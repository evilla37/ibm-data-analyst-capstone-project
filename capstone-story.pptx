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5"/>
  </p:notesMasterIdLst>
  <p:sldIdLst>
    <p:sldId id="256" r:id="rId5"/>
    <p:sldId id="257" r:id="rId6"/>
    <p:sldId id="260" r:id="rId7"/>
    <p:sldId id="261" r:id="rId8"/>
    <p:sldId id="262" r:id="rId9"/>
    <p:sldId id="263" r:id="rId10"/>
    <p:sldId id="258" r:id="rId11"/>
    <p:sldId id="264" r:id="rId12"/>
    <p:sldId id="278" r:id="rId13"/>
    <p:sldId id="279" r:id="rId14"/>
    <p:sldId id="267" r:id="rId15"/>
    <p:sldId id="268" r:id="rId16"/>
    <p:sldId id="269" r:id="rId17"/>
    <p:sldId id="270" r:id="rId18"/>
    <p:sldId id="272" r:id="rId19"/>
    <p:sldId id="273" r:id="rId20"/>
    <p:sldId id="274" r:id="rId21"/>
    <p:sldId id="275" r:id="rId22"/>
    <p:sldId id="276" r:id="rId23"/>
    <p:sldId id="277" r:id="rId24"/>
  </p:sldIdLst>
  <p:sldSz cx="12192000" cy="6858000"/>
  <p:notesSz cx="6858000" cy="18573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se Malcolm" initials="RM" lastIdx="1" clrIdx="0">
    <p:extLst>
      <p:ext uri="{19B8F6BF-5375-455C-9EA6-DF929625EA0E}">
        <p15:presenceInfo xmlns:p15="http://schemas.microsoft.com/office/powerpoint/2012/main" userId="Rose Malcolm" providerId="None"/>
      </p:ext>
    </p:extLst>
  </p:cmAuthor>
  <p:cmAuthor id="2" name="Rose Malcolm" initials="RM [2]" lastIdx="7" clrIdx="1">
    <p:extLst>
      <p:ext uri="{19B8F6BF-5375-455C-9EA6-DF929625EA0E}">
        <p15:presenceInfo xmlns:p15="http://schemas.microsoft.com/office/powerpoint/2012/main" userId="17c9fa32013483c0" providerId="Windows Live"/>
      </p:ext>
    </p:extLst>
  </p:cmAuthor>
  <p:cmAuthor id="3" name="Ramesh Sannareddy" initials="RS" lastIdx="7" clrIdx="2">
    <p:extLst>
      <p:ext uri="{19B8F6BF-5375-455C-9EA6-DF929625EA0E}">
        <p15:presenceInfo xmlns:p15="http://schemas.microsoft.com/office/powerpoint/2012/main" userId="YZ5PSXVD06EfD4/04RF+4IpszM4ZmL7FtUZDJf4jPLA=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65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4CC9B6-A6C2-46C7-BBB9-C6A60C5C4540}" v="35" dt="2020-10-29T00:07:35.914"/>
  </p1510:revLst>
</p1510:revInfo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67" autoAdjust="0"/>
    <p:restoredTop sz="74189" autoAdjust="0"/>
  </p:normalViewPr>
  <p:slideViewPr>
    <p:cSldViewPr snapToGrid="0" snapToObjects="1" showGuides="1">
      <p:cViewPr varScale="1">
        <p:scale>
          <a:sx n="58" d="100"/>
          <a:sy n="58" d="100"/>
        </p:scale>
        <p:origin x="1080" y="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ve Hord" userId="7478402321db30a2" providerId="LiveId" clId="{224CC9B6-A6C2-46C7-BBB9-C6A60C5C4540}"/>
    <pc:docChg chg="undo custSel modSld modMainMaster">
      <pc:chgData name="Steve Hord" userId="7478402321db30a2" providerId="LiveId" clId="{224CC9B6-A6C2-46C7-BBB9-C6A60C5C4540}" dt="2020-10-28T23:59:22.999" v="689" actId="478"/>
      <pc:docMkLst>
        <pc:docMk/>
      </pc:docMkLst>
      <pc:sldChg chg="addSp delSp modSp">
        <pc:chgData name="Steve Hord" userId="7478402321db30a2" providerId="LiveId" clId="{224CC9B6-A6C2-46C7-BBB9-C6A60C5C4540}" dt="2020-10-28T23:43:19.879" v="682" actId="478"/>
        <pc:sldMkLst>
          <pc:docMk/>
          <pc:sldMk cId="3237914124" sldId="256"/>
        </pc:sldMkLst>
        <pc:spChg chg="mod">
          <ac:chgData name="Steve Hord" userId="7478402321db30a2" providerId="LiveId" clId="{224CC9B6-A6C2-46C7-BBB9-C6A60C5C4540}" dt="2020-10-28T23:29:05.317" v="644" actId="207"/>
          <ac:spMkLst>
            <pc:docMk/>
            <pc:sldMk cId="3237914124" sldId="256"/>
            <ac:spMk id="2" creationId="{2FE973FE-1F8B-4DED-8DC0-71E987678976}"/>
          </ac:spMkLst>
        </pc:spChg>
        <pc:spChg chg="mod">
          <ac:chgData name="Steve Hord" userId="7478402321db30a2" providerId="LiveId" clId="{224CC9B6-A6C2-46C7-BBB9-C6A60C5C4540}" dt="2020-10-28T22:55:51.283" v="411" actId="12"/>
          <ac:spMkLst>
            <pc:docMk/>
            <pc:sldMk cId="3237914124" sldId="256"/>
            <ac:spMk id="3" creationId="{93383873-F31C-4E31-B4BA-B40D502705CE}"/>
          </ac:spMkLst>
        </pc:spChg>
        <pc:inkChg chg="add del mod">
          <ac:chgData name="Steve Hord" userId="7478402321db30a2" providerId="LiveId" clId="{224CC9B6-A6C2-46C7-BBB9-C6A60C5C4540}" dt="2020-10-28T23:41:36.480" v="681" actId="478"/>
          <ac:inkMkLst>
            <pc:docMk/>
            <pc:sldMk cId="3237914124" sldId="256"/>
            <ac:inkMk id="5" creationId="{664FDE5C-4EDC-4B86-A556-0977F0866D22}"/>
          </ac:inkMkLst>
        </pc:inkChg>
        <pc:inkChg chg="add">
          <ac:chgData name="Steve Hord" userId="7478402321db30a2" providerId="LiveId" clId="{224CC9B6-A6C2-46C7-BBB9-C6A60C5C4540}" dt="2020-10-28T23:00:28.782" v="413" actId="9405"/>
          <ac:inkMkLst>
            <pc:docMk/>
            <pc:sldMk cId="3237914124" sldId="256"/>
            <ac:inkMk id="6" creationId="{BB9E41AB-16C2-481D-B8C5-779DDB04601D}"/>
          </ac:inkMkLst>
        </pc:inkChg>
        <pc:inkChg chg="add">
          <ac:chgData name="Steve Hord" userId="7478402321db30a2" providerId="LiveId" clId="{224CC9B6-A6C2-46C7-BBB9-C6A60C5C4540}" dt="2020-10-28T23:00:30.591" v="414" actId="9405"/>
          <ac:inkMkLst>
            <pc:docMk/>
            <pc:sldMk cId="3237914124" sldId="256"/>
            <ac:inkMk id="7" creationId="{90DC8B94-332B-48F1-BD44-5D8DC140F977}"/>
          </ac:inkMkLst>
        </pc:inkChg>
        <pc:inkChg chg="add">
          <ac:chgData name="Steve Hord" userId="7478402321db30a2" providerId="LiveId" clId="{224CC9B6-A6C2-46C7-BBB9-C6A60C5C4540}" dt="2020-10-28T23:00:30.929" v="415" actId="9405"/>
          <ac:inkMkLst>
            <pc:docMk/>
            <pc:sldMk cId="3237914124" sldId="256"/>
            <ac:inkMk id="8" creationId="{E975E1FA-D9DC-4E9B-96CB-AF4B208FDD0D}"/>
          </ac:inkMkLst>
        </pc:inkChg>
        <pc:inkChg chg="add">
          <ac:chgData name="Steve Hord" userId="7478402321db30a2" providerId="LiveId" clId="{224CC9B6-A6C2-46C7-BBB9-C6A60C5C4540}" dt="2020-10-28T23:00:31.555" v="416" actId="9405"/>
          <ac:inkMkLst>
            <pc:docMk/>
            <pc:sldMk cId="3237914124" sldId="256"/>
            <ac:inkMk id="9" creationId="{454E5C77-5960-45F2-A8F4-437BBCEB11F6}"/>
          </ac:inkMkLst>
        </pc:inkChg>
        <pc:inkChg chg="add">
          <ac:chgData name="Steve Hord" userId="7478402321db30a2" providerId="LiveId" clId="{224CC9B6-A6C2-46C7-BBB9-C6A60C5C4540}" dt="2020-10-28T23:00:31.882" v="417" actId="9405"/>
          <ac:inkMkLst>
            <pc:docMk/>
            <pc:sldMk cId="3237914124" sldId="256"/>
            <ac:inkMk id="10" creationId="{0599CA86-0AA4-43B0-9BD8-C408990EDF1F}"/>
          </ac:inkMkLst>
        </pc:inkChg>
        <pc:inkChg chg="add del">
          <ac:chgData name="Steve Hord" userId="7478402321db30a2" providerId="LiveId" clId="{224CC9B6-A6C2-46C7-BBB9-C6A60C5C4540}" dt="2020-10-28T23:43:19.879" v="682" actId="478"/>
          <ac:inkMkLst>
            <pc:docMk/>
            <pc:sldMk cId="3237914124" sldId="256"/>
            <ac:inkMk id="11" creationId="{69CEBC84-7EBD-4396-A681-9076CEF8553B}"/>
          </ac:inkMkLst>
        </pc:inkChg>
        <pc:inkChg chg="add del">
          <ac:chgData name="Steve Hord" userId="7478402321db30a2" providerId="LiveId" clId="{224CC9B6-A6C2-46C7-BBB9-C6A60C5C4540}" dt="2020-10-28T23:41:22.775" v="648" actId="478"/>
          <ac:inkMkLst>
            <pc:docMk/>
            <pc:sldMk cId="3237914124" sldId="256"/>
            <ac:inkMk id="12" creationId="{C32B7472-AF96-4D1D-8416-1DB931AEE779}"/>
          </ac:inkMkLst>
        </pc:inkChg>
        <pc:inkChg chg="add">
          <ac:chgData name="Steve Hord" userId="7478402321db30a2" providerId="LiveId" clId="{224CC9B6-A6C2-46C7-BBB9-C6A60C5C4540}" dt="2020-10-28T23:00:57.241" v="420" actId="9405"/>
          <ac:inkMkLst>
            <pc:docMk/>
            <pc:sldMk cId="3237914124" sldId="256"/>
            <ac:inkMk id="13" creationId="{F01B0B0D-23C0-406D-81B1-53560BEA6080}"/>
          </ac:inkMkLst>
        </pc:inkChg>
        <pc:inkChg chg="add">
          <ac:chgData name="Steve Hord" userId="7478402321db30a2" providerId="LiveId" clId="{224CC9B6-A6C2-46C7-BBB9-C6A60C5C4540}" dt="2020-10-28T23:02:33.154" v="429" actId="9405"/>
          <ac:inkMkLst>
            <pc:docMk/>
            <pc:sldMk cId="3237914124" sldId="256"/>
            <ac:inkMk id="14" creationId="{0E36B71F-8617-4B05-A565-CA68910B66AF}"/>
          </ac:inkMkLst>
        </pc:inkChg>
        <pc:inkChg chg="add">
          <ac:chgData name="Steve Hord" userId="7478402321db30a2" providerId="LiveId" clId="{224CC9B6-A6C2-46C7-BBB9-C6A60C5C4540}" dt="2020-10-28T23:02:34.042" v="430" actId="9405"/>
          <ac:inkMkLst>
            <pc:docMk/>
            <pc:sldMk cId="3237914124" sldId="256"/>
            <ac:inkMk id="15" creationId="{C3E9255F-D54C-4938-861C-0719B95285A6}"/>
          </ac:inkMkLst>
        </pc:inkChg>
        <pc:inkChg chg="add">
          <ac:chgData name="Steve Hord" userId="7478402321db30a2" providerId="LiveId" clId="{224CC9B6-A6C2-46C7-BBB9-C6A60C5C4540}" dt="2020-10-28T23:02:34.713" v="431" actId="9405"/>
          <ac:inkMkLst>
            <pc:docMk/>
            <pc:sldMk cId="3237914124" sldId="256"/>
            <ac:inkMk id="16" creationId="{63A7B024-B577-4CAE-BEB0-A6669B501358}"/>
          </ac:inkMkLst>
        </pc:inkChg>
        <pc:inkChg chg="add">
          <ac:chgData name="Steve Hord" userId="7478402321db30a2" providerId="LiveId" clId="{224CC9B6-A6C2-46C7-BBB9-C6A60C5C4540}" dt="2020-10-28T23:02:36.608" v="432" actId="9405"/>
          <ac:inkMkLst>
            <pc:docMk/>
            <pc:sldMk cId="3237914124" sldId="256"/>
            <ac:inkMk id="17" creationId="{E0A5D064-5764-4BC6-889A-E61EBBCB274B}"/>
          </ac:inkMkLst>
        </pc:inkChg>
        <pc:inkChg chg="add">
          <ac:chgData name="Steve Hord" userId="7478402321db30a2" providerId="LiveId" clId="{224CC9B6-A6C2-46C7-BBB9-C6A60C5C4540}" dt="2020-10-28T23:02:37.363" v="433" actId="9405"/>
          <ac:inkMkLst>
            <pc:docMk/>
            <pc:sldMk cId="3237914124" sldId="256"/>
            <ac:inkMk id="18" creationId="{2CB02C25-2F1E-43D4-A77C-3F295035E347}"/>
          </ac:inkMkLst>
        </pc:inkChg>
        <pc:inkChg chg="add">
          <ac:chgData name="Steve Hord" userId="7478402321db30a2" providerId="LiveId" clId="{224CC9B6-A6C2-46C7-BBB9-C6A60C5C4540}" dt="2020-10-28T23:02:38.904" v="434" actId="9405"/>
          <ac:inkMkLst>
            <pc:docMk/>
            <pc:sldMk cId="3237914124" sldId="256"/>
            <ac:inkMk id="19" creationId="{4BA54EC1-BC0A-44CE-B6F6-610C5C43FEAF}"/>
          </ac:inkMkLst>
        </pc:inkChg>
        <pc:inkChg chg="add">
          <ac:chgData name="Steve Hord" userId="7478402321db30a2" providerId="LiveId" clId="{224CC9B6-A6C2-46C7-BBB9-C6A60C5C4540}" dt="2020-10-28T23:02:39.435" v="435" actId="9405"/>
          <ac:inkMkLst>
            <pc:docMk/>
            <pc:sldMk cId="3237914124" sldId="256"/>
            <ac:inkMk id="20" creationId="{A047CCDF-AC55-4CA2-8CC2-5DEAB5DBDA79}"/>
          </ac:inkMkLst>
        </pc:inkChg>
        <pc:inkChg chg="add">
          <ac:chgData name="Steve Hord" userId="7478402321db30a2" providerId="LiveId" clId="{224CC9B6-A6C2-46C7-BBB9-C6A60C5C4540}" dt="2020-10-28T23:02:40.498" v="436" actId="9405"/>
          <ac:inkMkLst>
            <pc:docMk/>
            <pc:sldMk cId="3237914124" sldId="256"/>
            <ac:inkMk id="21" creationId="{5C113320-A213-4066-90BD-CDA6F321CA37}"/>
          </ac:inkMkLst>
        </pc:inkChg>
        <pc:inkChg chg="add">
          <ac:chgData name="Steve Hord" userId="7478402321db30a2" providerId="LiveId" clId="{224CC9B6-A6C2-46C7-BBB9-C6A60C5C4540}" dt="2020-10-28T23:03:11.427" v="447" actId="9405"/>
          <ac:inkMkLst>
            <pc:docMk/>
            <pc:sldMk cId="3237914124" sldId="256"/>
            <ac:inkMk id="22" creationId="{E393B7F9-52EB-4DF0-9F3C-D38FF4077920}"/>
          </ac:inkMkLst>
        </pc:inkChg>
        <pc:inkChg chg="add">
          <ac:chgData name="Steve Hord" userId="7478402321db30a2" providerId="LiveId" clId="{224CC9B6-A6C2-46C7-BBB9-C6A60C5C4540}" dt="2020-10-28T23:03:33.458" v="448" actId="9405"/>
          <ac:inkMkLst>
            <pc:docMk/>
            <pc:sldMk cId="3237914124" sldId="256"/>
            <ac:inkMk id="23" creationId="{34B2D232-CEF5-419B-B1A5-8DBEA2B7E54F}"/>
          </ac:inkMkLst>
        </pc:inkChg>
        <pc:inkChg chg="add">
          <ac:chgData name="Steve Hord" userId="7478402321db30a2" providerId="LiveId" clId="{224CC9B6-A6C2-46C7-BBB9-C6A60C5C4540}" dt="2020-10-28T23:03:36.957" v="449" actId="9405"/>
          <ac:inkMkLst>
            <pc:docMk/>
            <pc:sldMk cId="3237914124" sldId="256"/>
            <ac:inkMk id="24" creationId="{362E2CCD-E783-4EB0-A449-D3A45EEDACA1}"/>
          </ac:inkMkLst>
        </pc:inkChg>
        <pc:inkChg chg="add">
          <ac:chgData name="Steve Hord" userId="7478402321db30a2" providerId="LiveId" clId="{224CC9B6-A6C2-46C7-BBB9-C6A60C5C4540}" dt="2020-10-28T23:03:37.444" v="450" actId="9405"/>
          <ac:inkMkLst>
            <pc:docMk/>
            <pc:sldMk cId="3237914124" sldId="256"/>
            <ac:inkMk id="25" creationId="{3A6B9D4B-B599-4E13-8CD4-9AE1EA05DD38}"/>
          </ac:inkMkLst>
        </pc:inkChg>
        <pc:inkChg chg="add">
          <ac:chgData name="Steve Hord" userId="7478402321db30a2" providerId="LiveId" clId="{224CC9B6-A6C2-46C7-BBB9-C6A60C5C4540}" dt="2020-10-28T23:03:38.508" v="451" actId="9405"/>
          <ac:inkMkLst>
            <pc:docMk/>
            <pc:sldMk cId="3237914124" sldId="256"/>
            <ac:inkMk id="26" creationId="{915EBC98-2995-4202-8847-0A06CF184801}"/>
          </ac:inkMkLst>
        </pc:inkChg>
        <pc:inkChg chg="add">
          <ac:chgData name="Steve Hord" userId="7478402321db30a2" providerId="LiveId" clId="{224CC9B6-A6C2-46C7-BBB9-C6A60C5C4540}" dt="2020-10-28T23:03:56.859" v="452" actId="9405"/>
          <ac:inkMkLst>
            <pc:docMk/>
            <pc:sldMk cId="3237914124" sldId="256"/>
            <ac:inkMk id="27" creationId="{45DA6E77-6091-41F4-942A-0F309A3D2009}"/>
          </ac:inkMkLst>
        </pc:inkChg>
        <pc:inkChg chg="add">
          <ac:chgData name="Steve Hord" userId="7478402321db30a2" providerId="LiveId" clId="{224CC9B6-A6C2-46C7-BBB9-C6A60C5C4540}" dt="2020-10-28T23:04:38.529" v="453" actId="9405"/>
          <ac:inkMkLst>
            <pc:docMk/>
            <pc:sldMk cId="3237914124" sldId="256"/>
            <ac:inkMk id="28" creationId="{E3F3AD06-2FD6-4505-B7DB-A8FB3DED0B43}"/>
          </ac:inkMkLst>
        </pc:inkChg>
        <pc:inkChg chg="add del">
          <ac:chgData name="Steve Hord" userId="7478402321db30a2" providerId="LiveId" clId="{224CC9B6-A6C2-46C7-BBB9-C6A60C5C4540}" dt="2020-10-28T23:36:33.351" v="646" actId="9405"/>
          <ac:inkMkLst>
            <pc:docMk/>
            <pc:sldMk cId="3237914124" sldId="256"/>
            <ac:inkMk id="29" creationId="{FC14F4E6-E521-4EC4-BDD3-F661908AFB0D}"/>
          </ac:inkMkLst>
        </pc:inkChg>
        <pc:inkChg chg="add">
          <ac:chgData name="Steve Hord" userId="7478402321db30a2" providerId="LiveId" clId="{224CC9B6-A6C2-46C7-BBB9-C6A60C5C4540}" dt="2020-10-28T23:37:51.257" v="647" actId="9405"/>
          <ac:inkMkLst>
            <pc:docMk/>
            <pc:sldMk cId="3237914124" sldId="256"/>
            <ac:inkMk id="30" creationId="{C9248AF4-5127-48C9-B6A2-758110871291}"/>
          </ac:inkMkLst>
        </pc:inkChg>
      </pc:sldChg>
      <pc:sldChg chg="addSp delSp modSp">
        <pc:chgData name="Steve Hord" userId="7478402321db30a2" providerId="LiveId" clId="{224CC9B6-A6C2-46C7-BBB9-C6A60C5C4540}" dt="2020-10-28T23:59:03.309" v="686" actId="478"/>
        <pc:sldMkLst>
          <pc:docMk/>
          <pc:sldMk cId="1339210688" sldId="257"/>
        </pc:sldMkLst>
        <pc:picChg chg="add mod ord">
          <ac:chgData name="Steve Hord" userId="7478402321db30a2" providerId="LiveId" clId="{224CC9B6-A6C2-46C7-BBB9-C6A60C5C4540}" dt="2020-10-28T23:16:49.707" v="633" actId="167"/>
          <ac:picMkLst>
            <pc:docMk/>
            <pc:sldMk cId="1339210688" sldId="257"/>
            <ac:picMk id="4" creationId="{9B37F9FA-3571-49C2-8811-B1159FCC0D6D}"/>
          </ac:picMkLst>
        </pc:picChg>
        <pc:picChg chg="del">
          <ac:chgData name="Steve Hord" userId="7478402321db30a2" providerId="LiveId" clId="{224CC9B6-A6C2-46C7-BBB9-C6A60C5C4540}" dt="2020-10-28T22:24:02.319" v="161"/>
          <ac:picMkLst>
            <pc:docMk/>
            <pc:sldMk cId="1339210688" sldId="257"/>
            <ac:picMk id="4" creationId="{BB8BCD0B-C663-48F9-B72B-E6B77C5BD02D}"/>
          </ac:picMkLst>
        </pc:picChg>
        <pc:picChg chg="add del mod">
          <ac:chgData name="Steve Hord" userId="7478402321db30a2" providerId="LiveId" clId="{224CC9B6-A6C2-46C7-BBB9-C6A60C5C4540}" dt="2020-10-28T23:59:02.119" v="685" actId="478"/>
          <ac:picMkLst>
            <pc:docMk/>
            <pc:sldMk cId="1339210688" sldId="257"/>
            <ac:picMk id="5" creationId="{853CF8EF-ED2E-46AE-A3CC-35FDB58937EB}"/>
          </ac:picMkLst>
        </pc:picChg>
        <pc:picChg chg="add del mod">
          <ac:chgData name="Steve Hord" userId="7478402321db30a2" providerId="LiveId" clId="{224CC9B6-A6C2-46C7-BBB9-C6A60C5C4540}" dt="2020-10-28T23:59:00.284" v="684" actId="478"/>
          <ac:picMkLst>
            <pc:docMk/>
            <pc:sldMk cId="1339210688" sldId="257"/>
            <ac:picMk id="6" creationId="{793A0DB6-57CF-4702-9240-EE06BC65B891}"/>
          </ac:picMkLst>
        </pc:picChg>
        <pc:picChg chg="add del mod">
          <ac:chgData name="Steve Hord" userId="7478402321db30a2" providerId="LiveId" clId="{224CC9B6-A6C2-46C7-BBB9-C6A60C5C4540}" dt="2020-10-28T23:58:58.690" v="683" actId="478"/>
          <ac:picMkLst>
            <pc:docMk/>
            <pc:sldMk cId="1339210688" sldId="257"/>
            <ac:picMk id="7" creationId="{6560B30D-242C-4EF2-A222-42DA8EFAC487}"/>
          </ac:picMkLst>
        </pc:picChg>
        <pc:picChg chg="add del mod">
          <ac:chgData name="Steve Hord" userId="7478402321db30a2" providerId="LiveId" clId="{224CC9B6-A6C2-46C7-BBB9-C6A60C5C4540}" dt="2020-10-28T23:59:03.309" v="686" actId="478"/>
          <ac:picMkLst>
            <pc:docMk/>
            <pc:sldMk cId="1339210688" sldId="257"/>
            <ac:picMk id="8" creationId="{B73E49F2-94B3-4B75-90EE-6AD198FC93E5}"/>
          </ac:picMkLst>
        </pc:picChg>
        <pc:inkChg chg="add">
          <ac:chgData name="Steve Hord" userId="7478402321db30a2" providerId="LiveId" clId="{224CC9B6-A6C2-46C7-BBB9-C6A60C5C4540}" dt="2020-10-28T23:02:44.360" v="437" actId="9405"/>
          <ac:inkMkLst>
            <pc:docMk/>
            <pc:sldMk cId="1339210688" sldId="257"/>
            <ac:inkMk id="9" creationId="{1A185CBD-ED91-4F24-BEB9-8E33AD8AC3B1}"/>
          </ac:inkMkLst>
        </pc:inkChg>
        <pc:inkChg chg="add">
          <ac:chgData name="Steve Hord" userId="7478402321db30a2" providerId="LiveId" clId="{224CC9B6-A6C2-46C7-BBB9-C6A60C5C4540}" dt="2020-10-28T23:02:45.199" v="438" actId="9405"/>
          <ac:inkMkLst>
            <pc:docMk/>
            <pc:sldMk cId="1339210688" sldId="257"/>
            <ac:inkMk id="10" creationId="{032BD37A-4777-4658-98DC-561C88BBD6B5}"/>
          </ac:inkMkLst>
        </pc:inkChg>
        <pc:inkChg chg="add">
          <ac:chgData name="Steve Hord" userId="7478402321db30a2" providerId="LiveId" clId="{224CC9B6-A6C2-46C7-BBB9-C6A60C5C4540}" dt="2020-10-28T23:02:45.764" v="439" actId="9405"/>
          <ac:inkMkLst>
            <pc:docMk/>
            <pc:sldMk cId="1339210688" sldId="257"/>
            <ac:inkMk id="11" creationId="{8D6F0DE4-0F5C-4DBC-980B-FA84561A37BD}"/>
          </ac:inkMkLst>
        </pc:inkChg>
        <pc:inkChg chg="add">
          <ac:chgData name="Steve Hord" userId="7478402321db30a2" providerId="LiveId" clId="{224CC9B6-A6C2-46C7-BBB9-C6A60C5C4540}" dt="2020-10-28T23:02:46.202" v="440" actId="9405"/>
          <ac:inkMkLst>
            <pc:docMk/>
            <pc:sldMk cId="1339210688" sldId="257"/>
            <ac:inkMk id="12" creationId="{24F830F4-CC15-48E6-AB15-04ED683CA04A}"/>
          </ac:inkMkLst>
        </pc:inkChg>
        <pc:inkChg chg="add">
          <ac:chgData name="Steve Hord" userId="7478402321db30a2" providerId="LiveId" clId="{224CC9B6-A6C2-46C7-BBB9-C6A60C5C4540}" dt="2020-10-28T23:02:53.893" v="441" actId="9405"/>
          <ac:inkMkLst>
            <pc:docMk/>
            <pc:sldMk cId="1339210688" sldId="257"/>
            <ac:inkMk id="13" creationId="{18EA1C91-5384-4260-8EC9-8379C643441C}"/>
          </ac:inkMkLst>
        </pc:inkChg>
        <pc:inkChg chg="add">
          <ac:chgData name="Steve Hord" userId="7478402321db30a2" providerId="LiveId" clId="{224CC9B6-A6C2-46C7-BBB9-C6A60C5C4540}" dt="2020-10-28T23:03:01.423" v="442" actId="9405"/>
          <ac:inkMkLst>
            <pc:docMk/>
            <pc:sldMk cId="1339210688" sldId="257"/>
            <ac:inkMk id="14" creationId="{97E9F6ED-ACEE-438F-A76C-C66263E59B33}"/>
          </ac:inkMkLst>
        </pc:inkChg>
        <pc:inkChg chg="add">
          <ac:chgData name="Steve Hord" userId="7478402321db30a2" providerId="LiveId" clId="{224CC9B6-A6C2-46C7-BBB9-C6A60C5C4540}" dt="2020-10-28T23:03:01.879" v="443" actId="9405"/>
          <ac:inkMkLst>
            <pc:docMk/>
            <pc:sldMk cId="1339210688" sldId="257"/>
            <ac:inkMk id="15" creationId="{EA56CB11-8AE3-4EA0-B556-BBB572803B07}"/>
          </ac:inkMkLst>
        </pc:inkChg>
        <pc:inkChg chg="add">
          <ac:chgData name="Steve Hord" userId="7478402321db30a2" providerId="LiveId" clId="{224CC9B6-A6C2-46C7-BBB9-C6A60C5C4540}" dt="2020-10-28T23:03:02.265" v="444" actId="9405"/>
          <ac:inkMkLst>
            <pc:docMk/>
            <pc:sldMk cId="1339210688" sldId="257"/>
            <ac:inkMk id="16" creationId="{78E27AEC-BDF9-49A4-A10A-6F5F64F01EEA}"/>
          </ac:inkMkLst>
        </pc:inkChg>
        <pc:inkChg chg="add">
          <ac:chgData name="Steve Hord" userId="7478402321db30a2" providerId="LiveId" clId="{224CC9B6-A6C2-46C7-BBB9-C6A60C5C4540}" dt="2020-10-28T23:03:02.610" v="445" actId="9405"/>
          <ac:inkMkLst>
            <pc:docMk/>
            <pc:sldMk cId="1339210688" sldId="257"/>
            <ac:inkMk id="17" creationId="{00D1CCCF-5EBB-4FB3-A293-78C28946220A}"/>
          </ac:inkMkLst>
        </pc:inkChg>
        <pc:inkChg chg="add">
          <ac:chgData name="Steve Hord" userId="7478402321db30a2" providerId="LiveId" clId="{224CC9B6-A6C2-46C7-BBB9-C6A60C5C4540}" dt="2020-10-28T23:03:03.924" v="446" actId="9405"/>
          <ac:inkMkLst>
            <pc:docMk/>
            <pc:sldMk cId="1339210688" sldId="257"/>
            <ac:inkMk id="18" creationId="{0EC3AB97-946C-4D62-AEB0-E11D486AFBF0}"/>
          </ac:inkMkLst>
        </pc:inkChg>
      </pc:sldChg>
      <pc:sldChg chg="modSp">
        <pc:chgData name="Steve Hord" userId="7478402321db30a2" providerId="LiveId" clId="{224CC9B6-A6C2-46C7-BBB9-C6A60C5C4540}" dt="2020-10-28T23:18:22.378" v="642" actId="27636"/>
        <pc:sldMkLst>
          <pc:docMk/>
          <pc:sldMk cId="3083623366" sldId="260"/>
        </pc:sldMkLst>
        <pc:spChg chg="mod">
          <ac:chgData name="Steve Hord" userId="7478402321db30a2" providerId="LiveId" clId="{224CC9B6-A6C2-46C7-BBB9-C6A60C5C4540}" dt="2020-10-28T23:18:22.378" v="642" actId="27636"/>
          <ac:spMkLst>
            <pc:docMk/>
            <pc:sldMk cId="3083623366" sldId="260"/>
            <ac:spMk id="3" creationId="{902FD5C4-FE5F-46D2-ABC9-49FA4BB8442F}"/>
          </ac:spMkLst>
        </pc:spChg>
      </pc:sldChg>
      <pc:sldChg chg="addSp delSp modSp">
        <pc:chgData name="Steve Hord" userId="7478402321db30a2" providerId="LiveId" clId="{224CC9B6-A6C2-46C7-BBB9-C6A60C5C4540}" dt="2020-10-28T23:59:09.194" v="687" actId="478"/>
        <pc:sldMkLst>
          <pc:docMk/>
          <pc:sldMk cId="710623681" sldId="261"/>
        </pc:sldMkLst>
        <pc:picChg chg="mod">
          <ac:chgData name="Steve Hord" userId="7478402321db30a2" providerId="LiveId" clId="{224CC9B6-A6C2-46C7-BBB9-C6A60C5C4540}" dt="2020-10-28T22:36:36.345" v="382" actId="14100"/>
          <ac:picMkLst>
            <pc:docMk/>
            <pc:sldMk cId="710623681" sldId="261"/>
            <ac:picMk id="4" creationId="{EE158731-59BB-48A2-A901-D7C35E91BA10}"/>
          </ac:picMkLst>
        </pc:picChg>
        <pc:picChg chg="add del mod">
          <ac:chgData name="Steve Hord" userId="7478402321db30a2" providerId="LiveId" clId="{224CC9B6-A6C2-46C7-BBB9-C6A60C5C4540}" dt="2020-10-28T23:59:09.194" v="687" actId="478"/>
          <ac:picMkLst>
            <pc:docMk/>
            <pc:sldMk cId="710623681" sldId="261"/>
            <ac:picMk id="6" creationId="{38A44285-5189-4D0A-8701-C2B5E42B5518}"/>
          </ac:picMkLst>
        </pc:picChg>
      </pc:sldChg>
      <pc:sldChg chg="modSp">
        <pc:chgData name="Steve Hord" userId="7478402321db30a2" providerId="LiveId" clId="{224CC9B6-A6C2-46C7-BBB9-C6A60C5C4540}" dt="2020-10-28T23:21:26.804" v="643" actId="20577"/>
        <pc:sldMkLst>
          <pc:docMk/>
          <pc:sldMk cId="452859177" sldId="262"/>
        </pc:sldMkLst>
        <pc:spChg chg="mod">
          <ac:chgData name="Steve Hord" userId="7478402321db30a2" providerId="LiveId" clId="{224CC9B6-A6C2-46C7-BBB9-C6A60C5C4540}" dt="2020-10-28T23:21:26.804" v="643" actId="20577"/>
          <ac:spMkLst>
            <pc:docMk/>
            <pc:sldMk cId="452859177" sldId="262"/>
            <ac:spMk id="3" creationId="{902FD5C4-FE5F-46D2-ABC9-49FA4BB8442F}"/>
          </ac:spMkLst>
        </pc:spChg>
      </pc:sldChg>
      <pc:sldChg chg="addSp delSp modSp">
        <pc:chgData name="Steve Hord" userId="7478402321db30a2" providerId="LiveId" clId="{224CC9B6-A6C2-46C7-BBB9-C6A60C5C4540}" dt="2020-10-28T23:59:22.999" v="689" actId="478"/>
        <pc:sldMkLst>
          <pc:docMk/>
          <pc:sldMk cId="2161130591" sldId="272"/>
        </pc:sldMkLst>
        <pc:picChg chg="del mod">
          <ac:chgData name="Steve Hord" userId="7478402321db30a2" providerId="LiveId" clId="{224CC9B6-A6C2-46C7-BBB9-C6A60C5C4540}" dt="2020-10-28T23:10:18.699" v="471" actId="478"/>
          <ac:picMkLst>
            <pc:docMk/>
            <pc:sldMk cId="2161130591" sldId="272"/>
            <ac:picMk id="4" creationId="{C1FCEFC0-D7CE-430F-A1AC-AC17331EFD14}"/>
          </ac:picMkLst>
        </pc:picChg>
        <pc:picChg chg="del">
          <ac:chgData name="Steve Hord" userId="7478402321db30a2" providerId="LiveId" clId="{224CC9B6-A6C2-46C7-BBB9-C6A60C5C4540}" dt="2020-10-28T23:59:21.027" v="688" actId="478"/>
          <ac:picMkLst>
            <pc:docMk/>
            <pc:sldMk cId="2161130591" sldId="272"/>
            <ac:picMk id="6" creationId="{998DDB99-D494-444C-96D1-7AB5393DD65C}"/>
          </ac:picMkLst>
        </pc:picChg>
        <pc:picChg chg="add del mod">
          <ac:chgData name="Steve Hord" userId="7478402321db30a2" providerId="LiveId" clId="{224CC9B6-A6C2-46C7-BBB9-C6A60C5C4540}" dt="2020-10-28T23:59:22.999" v="689" actId="478"/>
          <ac:picMkLst>
            <pc:docMk/>
            <pc:sldMk cId="2161130591" sldId="272"/>
            <ac:picMk id="7" creationId="{EF1CDD4D-CAA0-4B1F-A12B-650B712F4B73}"/>
          </ac:picMkLst>
        </pc:picChg>
      </pc:sldChg>
      <pc:sldMasterChg chg="modSldLayout">
        <pc:chgData name="Steve Hord" userId="7478402321db30a2" providerId="LiveId" clId="{224CC9B6-A6C2-46C7-BBB9-C6A60C5C4540}" dt="2020-10-28T23:01:58.349" v="428" actId="9405"/>
        <pc:sldMasterMkLst>
          <pc:docMk/>
          <pc:sldMasterMk cId="1270442930" sldId="2147483660"/>
        </pc:sldMasterMkLst>
        <pc:sldLayoutChg chg="addSp">
          <pc:chgData name="Steve Hord" userId="7478402321db30a2" providerId="LiveId" clId="{224CC9B6-A6C2-46C7-BBB9-C6A60C5C4540}" dt="2020-10-28T23:01:58.349" v="428" actId="9405"/>
          <pc:sldLayoutMkLst>
            <pc:docMk/>
            <pc:sldMasterMk cId="1270442930" sldId="2147483660"/>
            <pc:sldLayoutMk cId="2871343567" sldId="2147483664"/>
          </pc:sldLayoutMkLst>
          <pc:inkChg chg="add">
            <ac:chgData name="Steve Hord" userId="7478402321db30a2" providerId="LiveId" clId="{224CC9B6-A6C2-46C7-BBB9-C6A60C5C4540}" dt="2020-10-28T23:01:52.131" v="421" actId="9405"/>
            <ac:inkMkLst>
              <pc:docMk/>
              <pc:sldMasterMk cId="1270442930" sldId="2147483660"/>
              <pc:sldLayoutMk cId="2871343567" sldId="2147483664"/>
              <ac:inkMk id="5" creationId="{7F3045DE-3AB7-4E3E-A391-4F9107A8F8C9}"/>
            </ac:inkMkLst>
          </pc:inkChg>
          <pc:inkChg chg="add">
            <ac:chgData name="Steve Hord" userId="7478402321db30a2" providerId="LiveId" clId="{224CC9B6-A6C2-46C7-BBB9-C6A60C5C4540}" dt="2020-10-28T23:01:52.487" v="422" actId="9405"/>
            <ac:inkMkLst>
              <pc:docMk/>
              <pc:sldMasterMk cId="1270442930" sldId="2147483660"/>
              <pc:sldLayoutMk cId="2871343567" sldId="2147483664"/>
              <ac:inkMk id="6" creationId="{B64BE9BD-96C6-496B-8F87-BF8B5FE6878E}"/>
            </ac:inkMkLst>
          </pc:inkChg>
          <pc:inkChg chg="add">
            <ac:chgData name="Steve Hord" userId="7478402321db30a2" providerId="LiveId" clId="{224CC9B6-A6C2-46C7-BBB9-C6A60C5C4540}" dt="2020-10-28T23:01:55.176" v="423" actId="9405"/>
            <ac:inkMkLst>
              <pc:docMk/>
              <pc:sldMasterMk cId="1270442930" sldId="2147483660"/>
              <pc:sldLayoutMk cId="2871343567" sldId="2147483664"/>
              <ac:inkMk id="7" creationId="{5547CB02-1206-4981-BA1F-98056CC7D0F6}"/>
            </ac:inkMkLst>
          </pc:inkChg>
          <pc:inkChg chg="add">
            <ac:chgData name="Steve Hord" userId="7478402321db30a2" providerId="LiveId" clId="{224CC9B6-A6C2-46C7-BBB9-C6A60C5C4540}" dt="2020-10-28T23:01:55.519" v="424" actId="9405"/>
            <ac:inkMkLst>
              <pc:docMk/>
              <pc:sldMasterMk cId="1270442930" sldId="2147483660"/>
              <pc:sldLayoutMk cId="2871343567" sldId="2147483664"/>
              <ac:inkMk id="9" creationId="{00AC9549-295A-481F-BAC1-D217607B1470}"/>
            </ac:inkMkLst>
          </pc:inkChg>
          <pc:inkChg chg="add">
            <ac:chgData name="Steve Hord" userId="7478402321db30a2" providerId="LiveId" clId="{224CC9B6-A6C2-46C7-BBB9-C6A60C5C4540}" dt="2020-10-28T23:01:55.860" v="425" actId="9405"/>
            <ac:inkMkLst>
              <pc:docMk/>
              <pc:sldMasterMk cId="1270442930" sldId="2147483660"/>
              <pc:sldLayoutMk cId="2871343567" sldId="2147483664"/>
              <ac:inkMk id="10" creationId="{582B34FC-FED6-4B35-B336-2C001BF70FEA}"/>
            </ac:inkMkLst>
          </pc:inkChg>
          <pc:inkChg chg="add">
            <ac:chgData name="Steve Hord" userId="7478402321db30a2" providerId="LiveId" clId="{224CC9B6-A6C2-46C7-BBB9-C6A60C5C4540}" dt="2020-10-28T23:01:56.207" v="426" actId="9405"/>
            <ac:inkMkLst>
              <pc:docMk/>
              <pc:sldMasterMk cId="1270442930" sldId="2147483660"/>
              <pc:sldLayoutMk cId="2871343567" sldId="2147483664"/>
              <ac:inkMk id="11" creationId="{E937588D-ADB8-4462-B727-CA3C34F68C66}"/>
            </ac:inkMkLst>
          </pc:inkChg>
          <pc:inkChg chg="add">
            <ac:chgData name="Steve Hord" userId="7478402321db30a2" providerId="LiveId" clId="{224CC9B6-A6C2-46C7-BBB9-C6A60C5C4540}" dt="2020-10-28T23:01:56.539" v="427" actId="9405"/>
            <ac:inkMkLst>
              <pc:docMk/>
              <pc:sldMasterMk cId="1270442930" sldId="2147483660"/>
              <pc:sldLayoutMk cId="2871343567" sldId="2147483664"/>
              <ac:inkMk id="12" creationId="{30649580-583C-4B6A-9755-80D062662B47}"/>
            </ac:inkMkLst>
          </pc:inkChg>
          <pc:inkChg chg="add">
            <ac:chgData name="Steve Hord" userId="7478402321db30a2" providerId="LiveId" clId="{224CC9B6-A6C2-46C7-BBB9-C6A60C5C4540}" dt="2020-10-28T23:01:58.349" v="428" actId="9405"/>
            <ac:inkMkLst>
              <pc:docMk/>
              <pc:sldMasterMk cId="1270442930" sldId="2147483660"/>
              <pc:sldLayoutMk cId="2871343567" sldId="2147483664"/>
              <ac:inkMk id="13" creationId="{C563E662-A115-4BA9-A520-DAB1F8FFDBA4}"/>
            </ac:inkMkLst>
          </pc:inkChg>
        </pc:sldLayoutChg>
      </pc:sldMaster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1:52.130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1,'4'0,"1"0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1:52.485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1:55.176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1:55.517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1:55.860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1:56.205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1:56.537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1:58.34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0:28.782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3862 105,'-1271'0,"1156"-5,-24-7,-86-4,-555 14,398 3,346-3,0-2,1-1,-1-2,-10-4,-70-13,-19 12,0 6,-61 8,66 0,86 2,44-4,0 0,0 0,0 0,-1 0,1 0,0 0,0 0,0 1,0-1,-1 0,1 0,0 0,0 0,0 0,0 0,-1 0,1 0,0 0,0 1,0-1,0 0,0 0,0 0,0 0,-1 0,1 1,0-1,0 0,0 0,0 0,0 0,0 1,0-1,0 0,0 0,0 0,0 1,0-1,0 0,0 0,0 0,0 0,0 1,0-1,0 0,0 0,0 0,0 0,1 1,-1-1,0 0,20 10,43 10,61 11,-29-8,63 10,2-7,83 0,-79-10,0 7,60 20,-165-29,0-2,1-3,1-3,53-2,1709-7,-1834 2,-1-1,1 0,0 0,0-1,0-1,-36-8,-207-29,-83 4,242 22,66 9,0 1,-1 2,-2 1,-72 2,54 2,0-3,-42-6,52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0:30.591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0:30.928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0:31.555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0:31.881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0:57.240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14,'0'-6,"0"-2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33.15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34.042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34.71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14 0,'-6'0,"-1"0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36.60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37.36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38.90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39.434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40.49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3:11.426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3:33.45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3:36.957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3:37.444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0,'5'0,"3"0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3:38.50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3:56.85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74 0,'0'6,"0"7,-6 2,-7-2,-14-3,-1-3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4:38.52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0,'5'0,"3"0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37:51.257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0,'0'0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44.359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45.199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45.76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46.202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0,'6'0,"-4"6,-2 2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53.89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0,'11'0,"10"0,1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3:01.422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3:01.87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3:02.265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3:02.610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3:03.924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497948-54D2-43F8-9A63-A99FE3051738}" type="datetimeFigureOut">
              <a:rPr lang="en-US" smtClean="0"/>
              <a:t>1/29/2022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DA0E2-FEBD-4B65-8F16-724CF984F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2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9511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3123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8578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3" Type="http://schemas.openxmlformats.org/officeDocument/2006/relationships/image" Target="../media/image4.png"/><Relationship Id="rId7" Type="http://schemas.openxmlformats.org/officeDocument/2006/relationships/customXml" Target="../ink/ink4.xml"/><Relationship Id="rId2" Type="http://schemas.openxmlformats.org/officeDocument/2006/relationships/customXml" Target="../ink/ink1.xml"/><Relationship Id="rId1" Type="http://schemas.openxmlformats.org/officeDocument/2006/relationships/slideMaster" Target="../slideMasters/slideMaster1.xml"/><Relationship Id="rId6" Type="http://schemas.openxmlformats.org/officeDocument/2006/relationships/customXml" Target="../ink/ink3.xml"/><Relationship Id="rId11" Type="http://schemas.openxmlformats.org/officeDocument/2006/relationships/customXml" Target="../ink/ink8.xml"/><Relationship Id="rId5" Type="http://schemas.openxmlformats.org/officeDocument/2006/relationships/image" Target="../media/image5.png"/><Relationship Id="rId10" Type="http://schemas.openxmlformats.org/officeDocument/2006/relationships/customXml" Target="../ink/ink7.xml"/><Relationship Id="rId4" Type="http://schemas.openxmlformats.org/officeDocument/2006/relationships/customXml" Target="../ink/ink2.xml"/><Relationship Id="rId9" Type="http://schemas.openxmlformats.org/officeDocument/2006/relationships/customXml" Target="../ink/ink6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80360" y="1168401"/>
            <a:ext cx="6431280" cy="2387600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80360" y="3731247"/>
            <a:ext cx="6431280" cy="1655762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rgbClr val="00B0F0"/>
                </a:solidFill>
                <a:latin typeface="IBM Plex Mono Text" panose="020B0509050203000203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880360" y="3649111"/>
            <a:ext cx="64312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>
            <a:spLocks noChangeArrowheads="1"/>
          </p:cNvSpPr>
          <p:nvPr/>
        </p:nvSpPr>
        <p:spPr bwMode="black">
          <a:xfrm>
            <a:off x="4093580" y="5537419"/>
            <a:ext cx="4004840" cy="304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1400" b="0" dirty="0">
                <a:latin typeface="Helv"/>
              </a:rPr>
              <a:t>© IBM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736152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838200" y="1296645"/>
            <a:ext cx="10515600" cy="3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702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4850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838200" y="1364249"/>
            <a:ext cx="10515600" cy="3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F3045DE-3AB7-4E3E-A391-4F9107A8F8C9}"/>
                  </a:ext>
                </a:extLst>
              </p14:cNvPr>
              <p14:cNvContentPartPr/>
              <p14:nvPr userDrawn="1"/>
            </p14:nvContentPartPr>
            <p14:xfrm>
              <a:off x="1837276" y="6444633"/>
              <a:ext cx="39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F3045DE-3AB7-4E3E-A391-4F9107A8F8C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47636" y="6264993"/>
                <a:ext cx="1836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64BE9BD-96C6-496B-8F87-BF8B5FE6878E}"/>
                  </a:ext>
                </a:extLst>
              </p14:cNvPr>
              <p14:cNvContentPartPr/>
              <p14:nvPr userDrawn="1"/>
            </p14:nvContentPartPr>
            <p14:xfrm>
              <a:off x="1846276" y="6435993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64BE9BD-96C6-496B-8F87-BF8B5FE6878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56276" y="6255993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547CB02-1206-4981-BA1F-98056CC7D0F6}"/>
                  </a:ext>
                </a:extLst>
              </p14:cNvPr>
              <p14:cNvContentPartPr/>
              <p14:nvPr userDrawn="1"/>
            </p14:nvContentPartPr>
            <p14:xfrm>
              <a:off x="1846276" y="6462633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547CB02-1206-4981-BA1F-98056CC7D0F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56276" y="6282993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0AC9549-295A-481F-BAC1-D217607B1470}"/>
                  </a:ext>
                </a:extLst>
              </p14:cNvPr>
              <p14:cNvContentPartPr/>
              <p14:nvPr userDrawn="1"/>
            </p14:nvContentPartPr>
            <p14:xfrm>
              <a:off x="1846276" y="6462633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0AC9549-295A-481F-BAC1-D217607B147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56276" y="6282993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82B34FC-FED6-4B35-B336-2C001BF70FEA}"/>
                  </a:ext>
                </a:extLst>
              </p14:cNvPr>
              <p14:cNvContentPartPr/>
              <p14:nvPr userDrawn="1"/>
            </p14:nvContentPartPr>
            <p14:xfrm>
              <a:off x="1846276" y="6462633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82B34FC-FED6-4B35-B336-2C001BF70FE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56276" y="6282993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937588D-ADB8-4462-B727-CA3C34F68C66}"/>
                  </a:ext>
                </a:extLst>
              </p14:cNvPr>
              <p14:cNvContentPartPr/>
              <p14:nvPr userDrawn="1"/>
            </p14:nvContentPartPr>
            <p14:xfrm>
              <a:off x="1846276" y="6462633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937588D-ADB8-4462-B727-CA3C34F68C6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56276" y="6282993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0649580-583C-4B6A-9755-80D062662B47}"/>
                  </a:ext>
                </a:extLst>
              </p14:cNvPr>
              <p14:cNvContentPartPr/>
              <p14:nvPr userDrawn="1"/>
            </p14:nvContentPartPr>
            <p14:xfrm>
              <a:off x="1846276" y="6462633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0649580-583C-4B6A-9755-80D062662B4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56276" y="6282993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C563E662-A115-4BA9-A520-DAB1F8FFDBA4}"/>
                  </a:ext>
                </a:extLst>
              </p14:cNvPr>
              <p14:cNvContentPartPr/>
              <p14:nvPr userDrawn="1"/>
            </p14:nvContentPartPr>
            <p14:xfrm>
              <a:off x="-222284" y="4536273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C563E662-A115-4BA9-A520-DAB1F8FFDBA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312284" y="4356633"/>
                <a:ext cx="180000" cy="36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71343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2735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93464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C0E56E-6DF9-1A4A-B8B3-5CCE0E34EE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0139" y="6371623"/>
            <a:ext cx="2456070" cy="3789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F93DCE-FA02-D440-9E07-8488A5BEFD8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475870" y="6371623"/>
            <a:ext cx="3375991" cy="397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270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8CFCBCB-1D32-9741-B77A-1BFE02DB601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0139" y="6371623"/>
            <a:ext cx="2456070" cy="3789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506E48A-1141-0A4A-92F9-E51452A1804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475870" y="6371623"/>
            <a:ext cx="3375991" cy="397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091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IBM Plex Mono SemiBold" panose="020B0709050203000203" pitchFamily="49" charset="0"/>
              </a:defRPr>
            </a:lvl1pPr>
            <a:lvl2pPr>
              <a:defRPr sz="2800">
                <a:latin typeface="IBM Plex Mono Text" panose="020B0509050203000203" pitchFamily="49" charset="0"/>
              </a:defRPr>
            </a:lvl2pPr>
            <a:lvl3pPr>
              <a:defRPr sz="2400">
                <a:latin typeface="IBM Plex Mono Text" panose="020B0509050203000203" pitchFamily="49" charset="0"/>
              </a:defRPr>
            </a:lvl3pPr>
            <a:lvl4pPr>
              <a:defRPr sz="2000">
                <a:latin typeface="IBM Plex Mono Text" panose="020B0509050203000203" pitchFamily="49" charset="0"/>
              </a:defRPr>
            </a:lvl4pPr>
            <a:lvl5pPr>
              <a:defRPr sz="2000">
                <a:latin typeface="IBM Plex Mono Text" panose="020B0509050203000203" pitchFamily="49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IBM Plex Mono Text" panose="020B0509050203000203" pitchFamily="49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86066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IBM Plex Mono SemiBold" panose="020B0709050203000203" pitchFamily="49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IBM Plex Mono Text" panose="020B0509050203000203" pitchFamily="49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39268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IBM Plex Mono SemiBold" panose="020B0709050203000203" pitchFamily="49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IBM Plex Mono Text" panose="020B0509050203000203" pitchFamily="49" charset="0"/>
              </a:defRPr>
            </a:lvl1pPr>
            <a:lvl2pPr>
              <a:defRPr>
                <a:latin typeface="IBM Plex Mono Text" panose="020B0509050203000203" pitchFamily="49" charset="0"/>
              </a:defRPr>
            </a:lvl2pPr>
            <a:lvl3pPr>
              <a:defRPr>
                <a:latin typeface="IBM Plex Mono Text" panose="020B0509050203000203" pitchFamily="49" charset="0"/>
              </a:defRPr>
            </a:lvl3pPr>
            <a:lvl4pPr>
              <a:defRPr>
                <a:latin typeface="IBM Plex Mono Text" panose="020B0509050203000203" pitchFamily="49" charset="0"/>
              </a:defRPr>
            </a:lvl4pPr>
            <a:lvl5pPr>
              <a:defRPr>
                <a:latin typeface="IBM Plex Mono Text" panose="020B0509050203000203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147062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25687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7246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tif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tif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4785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C61547-18BE-8345-B662-68E923DBE5F1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340139" y="6371623"/>
            <a:ext cx="2456070" cy="3789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58A02AB-648A-1143-A78D-9F86334C2B64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8475870" y="6371623"/>
            <a:ext cx="3375991" cy="3977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A2884DB-FE2D-4B0A-B81D-5D9FAF9C5FA4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alphaModFix amt="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861346"/>
            <a:ext cx="10058400" cy="5699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442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rgbClr val="005493"/>
          </a:solidFill>
          <a:latin typeface="IBM Plex Mono SemiBold" panose="020B0709050203000203" pitchFamily="49" charset="0"/>
          <a:ea typeface="IBM Plex Mono SemiBold" panose="020B0709050203000203" pitchFamily="49" charset="0"/>
          <a:cs typeface="IBM Plex Mono SemiBold" panose="020B0709050203000203" pitchFamily="49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rgbClr val="0070C0"/>
          </a:solidFill>
          <a:latin typeface="IBM Plex Mono Text" panose="020B0509050203000203" pitchFamily="49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rgbClr val="0070C0"/>
          </a:solidFill>
          <a:latin typeface="IBM Plex Mono Text" panose="020B0509050203000203" pitchFamily="49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rgbClr val="0070C0"/>
          </a:solidFill>
          <a:latin typeface="IBM Plex Mono Text" panose="020B0509050203000203" pitchFamily="49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0070C0"/>
          </a:solidFill>
          <a:latin typeface="IBM Plex Mono Text" panose="020B0509050203000203" pitchFamily="49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0070C0"/>
          </a:solidFill>
          <a:latin typeface="IBM Plex Mono Text" panose="020B0509050203000203" pitchFamily="49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8" Type="http://schemas.openxmlformats.org/officeDocument/2006/relationships/image" Target="../media/image5.png"/><Relationship Id="rId26" Type="http://schemas.openxmlformats.org/officeDocument/2006/relationships/customXml" Target="../ink/ink22.xml"/><Relationship Id="rId3" Type="http://schemas.openxmlformats.org/officeDocument/2006/relationships/image" Target="../media/image6.png"/><Relationship Id="rId21" Type="http://schemas.openxmlformats.org/officeDocument/2006/relationships/image" Target="../media/image4.png"/><Relationship Id="rId34" Type="http://schemas.openxmlformats.org/officeDocument/2006/relationships/customXml" Target="../ink/ink29.xml"/><Relationship Id="rId7" Type="http://schemas.openxmlformats.org/officeDocument/2006/relationships/customXml" Target="../ink/ink10.xml"/><Relationship Id="rId12" Type="http://schemas.openxmlformats.org/officeDocument/2006/relationships/customXml" Target="../ink/ink14.xml"/><Relationship Id="rId17" Type="http://schemas.openxmlformats.org/officeDocument/2006/relationships/customXml" Target="../ink/ink15.xml"/><Relationship Id="rId25" Type="http://schemas.openxmlformats.org/officeDocument/2006/relationships/customXml" Target="../ink/ink21.xml"/><Relationship Id="rId3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1.png"/><Relationship Id="rId20" Type="http://schemas.openxmlformats.org/officeDocument/2006/relationships/customXml" Target="../ink/ink17.xml"/><Relationship Id="rId29" Type="http://schemas.openxmlformats.org/officeDocument/2006/relationships/customXml" Target="../ink/ink2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11" Type="http://schemas.openxmlformats.org/officeDocument/2006/relationships/customXml" Target="../ink/ink13.xml"/><Relationship Id="rId24" Type="http://schemas.openxmlformats.org/officeDocument/2006/relationships/customXml" Target="../ink/ink20.xml"/><Relationship Id="rId32" Type="http://schemas.openxmlformats.org/officeDocument/2006/relationships/customXml" Target="../ink/ink28.xml"/><Relationship Id="rId23" Type="http://schemas.openxmlformats.org/officeDocument/2006/relationships/customXml" Target="../ink/ink19.xml"/><Relationship Id="rId28" Type="http://schemas.openxmlformats.org/officeDocument/2006/relationships/customXml" Target="../ink/ink24.xml"/><Relationship Id="rId36" Type="http://schemas.openxmlformats.org/officeDocument/2006/relationships/image" Target="../media/image7.png"/><Relationship Id="rId10" Type="http://schemas.openxmlformats.org/officeDocument/2006/relationships/customXml" Target="../ink/ink12.xml"/><Relationship Id="rId19" Type="http://schemas.openxmlformats.org/officeDocument/2006/relationships/customXml" Target="../ink/ink16.xml"/><Relationship Id="rId31" Type="http://schemas.openxmlformats.org/officeDocument/2006/relationships/customXml" Target="../ink/ink27.xml"/><Relationship Id="rId4" Type="http://schemas.openxmlformats.org/officeDocument/2006/relationships/customXml" Target="../ink/ink9.xml"/><Relationship Id="rId9" Type="http://schemas.openxmlformats.org/officeDocument/2006/relationships/customXml" Target="../ink/ink11.xml"/><Relationship Id="rId22" Type="http://schemas.openxmlformats.org/officeDocument/2006/relationships/customXml" Target="../ink/ink18.xml"/><Relationship Id="rId27" Type="http://schemas.openxmlformats.org/officeDocument/2006/relationships/customXml" Target="../ink/ink23.xml"/><Relationship Id="rId30" Type="http://schemas.openxmlformats.org/officeDocument/2006/relationships/customXml" Target="../ink/ink26.xml"/><Relationship Id="rId35" Type="http://schemas.openxmlformats.org/officeDocument/2006/relationships/customXml" Target="../ink/ink30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2.xml"/><Relationship Id="rId13" Type="http://schemas.openxmlformats.org/officeDocument/2006/relationships/image" Target="../media/image18.png"/><Relationship Id="rId18" Type="http://schemas.openxmlformats.org/officeDocument/2006/relationships/customXml" Target="../ink/ink40.xml"/><Relationship Id="rId3" Type="http://schemas.openxmlformats.org/officeDocument/2006/relationships/customXml" Target="../ink/ink31.xml"/><Relationship Id="rId7" Type="http://schemas.openxmlformats.org/officeDocument/2006/relationships/image" Target="../media/image5.png"/><Relationship Id="rId12" Type="http://schemas.openxmlformats.org/officeDocument/2006/relationships/customXml" Target="../ink/ink35.xml"/><Relationship Id="rId17" Type="http://schemas.openxmlformats.org/officeDocument/2006/relationships/customXml" Target="../ink/ink39.xml"/><Relationship Id="rId2" Type="http://schemas.openxmlformats.org/officeDocument/2006/relationships/image" Target="../media/image10.png"/><Relationship Id="rId16" Type="http://schemas.openxmlformats.org/officeDocument/2006/relationships/customXml" Target="../ink/ink38.xml"/><Relationship Id="rId1" Type="http://schemas.openxmlformats.org/officeDocument/2006/relationships/slideLayout" Target="../slideLayouts/slideLayout4.xml"/><Relationship Id="rId11" Type="http://schemas.openxmlformats.org/officeDocument/2006/relationships/image" Target="../media/image17.png"/><Relationship Id="rId15" Type="http://schemas.openxmlformats.org/officeDocument/2006/relationships/customXml" Target="../ink/ink37.xml"/><Relationship Id="rId10" Type="http://schemas.openxmlformats.org/officeDocument/2006/relationships/customXml" Target="../ink/ink34.xml"/><Relationship Id="rId9" Type="http://schemas.openxmlformats.org/officeDocument/2006/relationships/customXml" Target="../ink/ink33.xml"/><Relationship Id="rId14" Type="http://schemas.openxmlformats.org/officeDocument/2006/relationships/customXml" Target="../ink/ink3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973FE-1F8B-4DED-8DC0-71E987678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2199" y="2345719"/>
            <a:ext cx="5000105" cy="1325563"/>
          </a:xfrm>
        </p:spPr>
        <p:txBody>
          <a:bodyPr anchor="ctr">
            <a:normAutofit/>
          </a:bodyPr>
          <a:lstStyle/>
          <a:p>
            <a:r>
              <a:rPr lang="en-US" dirty="0" smtClean="0">
                <a:solidFill>
                  <a:srgbClr val="0E659B"/>
                </a:solidFill>
              </a:rPr>
              <a:t>Technology Trends Analysis</a:t>
            </a:r>
            <a:endParaRPr lang="en-US" dirty="0">
              <a:solidFill>
                <a:srgbClr val="0E659B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2BA16E-D1FA-4491-9564-DD4BCFEACA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569" y="1825625"/>
            <a:ext cx="4794861" cy="4351338"/>
          </a:xfrm>
          <a:prstGeom prst="rect">
            <a:avLst/>
          </a:prstGeom>
          <a:noFill/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93383873-F31C-4E31-B4BA-B40D502705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3560007"/>
            <a:ext cx="5181600" cy="26169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Enrique Villa</a:t>
            </a:r>
          </a:p>
          <a:p>
            <a:pPr marL="0" indent="0">
              <a:buNone/>
            </a:pPr>
            <a:r>
              <a:rPr lang="en-US" dirty="0" smtClean="0"/>
              <a:t>29 Jan 2022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B9E41AB-16C2-481D-B8C5-779DDB04601D}"/>
                  </a:ext>
                </a:extLst>
              </p14:cNvPr>
              <p14:cNvContentPartPr/>
              <p14:nvPr/>
            </p14:nvContentPartPr>
            <p14:xfrm>
              <a:off x="1388880" y="6545472"/>
              <a:ext cx="1390320" cy="1123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B9E41AB-16C2-481D-B8C5-779DDB04601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35240" y="6437472"/>
                <a:ext cx="1497960" cy="32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0DC8B94-332B-48F1-BD44-5D8DC140F977}"/>
                  </a:ext>
                </a:extLst>
              </p14:cNvPr>
              <p14:cNvContentPartPr/>
              <p14:nvPr/>
            </p14:nvContentPartPr>
            <p14:xfrm>
              <a:off x="2218680" y="6595872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0DC8B94-332B-48F1-BD44-5D8DC140F97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164680" y="6487872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975E1FA-D9DC-4E9B-96CB-AF4B208FDD0D}"/>
                  </a:ext>
                </a:extLst>
              </p14:cNvPr>
              <p14:cNvContentPartPr/>
              <p14:nvPr/>
            </p14:nvContentPartPr>
            <p14:xfrm>
              <a:off x="2169720" y="6582912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975E1FA-D9DC-4E9B-96CB-AF4B208FDD0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115720" y="6475272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54E5C77-5960-45F2-A8F4-437BBCEB11F6}"/>
                  </a:ext>
                </a:extLst>
              </p14:cNvPr>
              <p14:cNvContentPartPr/>
              <p14:nvPr/>
            </p14:nvContentPartPr>
            <p14:xfrm>
              <a:off x="2169720" y="6582912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54E5C77-5960-45F2-A8F4-437BBCEB11F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115720" y="6475272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599CA86-0AA4-43B0-9BD8-C408990EDF1F}"/>
                  </a:ext>
                </a:extLst>
              </p14:cNvPr>
              <p14:cNvContentPartPr/>
              <p14:nvPr/>
            </p14:nvContentPartPr>
            <p14:xfrm>
              <a:off x="2169720" y="6582912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599CA86-0AA4-43B0-9BD8-C408990EDF1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115720" y="6475272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F01B0B0D-23C0-406D-81B1-53560BEA6080}"/>
                  </a:ext>
                </a:extLst>
              </p14:cNvPr>
              <p14:cNvContentPartPr/>
              <p14:nvPr/>
            </p14:nvContentPartPr>
            <p14:xfrm>
              <a:off x="-1512000" y="5066496"/>
              <a:ext cx="360" cy="50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F01B0B0D-23C0-406D-81B1-53560BEA6080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-1602000" y="4886496"/>
                <a:ext cx="180000" cy="36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0E36B71F-8617-4B05-A565-CA68910B66AF}"/>
                  </a:ext>
                </a:extLst>
              </p14:cNvPr>
              <p14:cNvContentPartPr/>
              <p14:nvPr/>
            </p14:nvContentPartPr>
            <p14:xfrm>
              <a:off x="2998440" y="1035936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0E36B71F-8617-4B05-A565-CA68910B66A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908800" y="855936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3E9255F-D54C-4938-861C-0719B95285A6}"/>
                  </a:ext>
                </a:extLst>
              </p14:cNvPr>
              <p14:cNvContentPartPr/>
              <p14:nvPr/>
            </p14:nvContentPartPr>
            <p14:xfrm>
              <a:off x="2998440" y="1035936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3E9255F-D54C-4938-861C-0719B95285A6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908800" y="855936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63A7B024-B577-4CAE-BEB0-A6669B501358}"/>
                  </a:ext>
                </a:extLst>
              </p14:cNvPr>
              <p14:cNvContentPartPr/>
              <p14:nvPr/>
            </p14:nvContentPartPr>
            <p14:xfrm>
              <a:off x="2993760" y="1035936"/>
              <a:ext cx="504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63A7B024-B577-4CAE-BEB0-A6669B50135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904120" y="855936"/>
                <a:ext cx="18468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E0A5D064-5764-4BC6-889A-E61EBBCB274B}"/>
                  </a:ext>
                </a:extLst>
              </p14:cNvPr>
              <p14:cNvContentPartPr/>
              <p14:nvPr/>
            </p14:nvContentPartPr>
            <p14:xfrm>
              <a:off x="3729960" y="950616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E0A5D064-5764-4BC6-889A-E61EBBCB274B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640320" y="770616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2CB02C25-2F1E-43D4-A77C-3F295035E347}"/>
                  </a:ext>
                </a:extLst>
              </p14:cNvPr>
              <p14:cNvContentPartPr/>
              <p14:nvPr/>
            </p14:nvContentPartPr>
            <p14:xfrm>
              <a:off x="3620520" y="1047816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2CB02C25-2F1E-43D4-A77C-3F295035E347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530880" y="868176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4BA54EC1-BC0A-44CE-B6F6-610C5C43FEAF}"/>
                  </a:ext>
                </a:extLst>
              </p14:cNvPr>
              <p14:cNvContentPartPr/>
              <p14:nvPr/>
            </p14:nvContentPartPr>
            <p14:xfrm>
              <a:off x="7131960" y="2462616"/>
              <a:ext cx="3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4BA54EC1-BC0A-44CE-B6F6-610C5C43FEA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041960" y="2282616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A047CCDF-AC55-4CA2-8CC2-5DEAB5DBDA79}"/>
                  </a:ext>
                </a:extLst>
              </p14:cNvPr>
              <p14:cNvContentPartPr/>
              <p14:nvPr/>
            </p14:nvContentPartPr>
            <p14:xfrm>
              <a:off x="7131960" y="2510856"/>
              <a:ext cx="360" cy="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A047CCDF-AC55-4CA2-8CC2-5DEAB5DBDA7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041960" y="2331216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5C113320-A213-4066-90BD-CDA6F321CA37}"/>
                  </a:ext>
                </a:extLst>
              </p14:cNvPr>
              <p14:cNvContentPartPr/>
              <p14:nvPr/>
            </p14:nvContentPartPr>
            <p14:xfrm>
              <a:off x="6644160" y="4559256"/>
              <a:ext cx="360" cy="3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5C113320-A213-4066-90BD-CDA6F321CA37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554160" y="4379256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E393B7F9-52EB-4DF0-9F3C-D38FF4077920}"/>
                  </a:ext>
                </a:extLst>
              </p14:cNvPr>
              <p14:cNvContentPartPr/>
              <p14:nvPr/>
            </p14:nvContentPartPr>
            <p14:xfrm>
              <a:off x="-1926720" y="3961656"/>
              <a:ext cx="360" cy="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E393B7F9-52EB-4DF0-9F3C-D38FF4077920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-2016720" y="3782016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34B2D232-CEF5-419B-B1A5-8DBEA2B7E54F}"/>
                  </a:ext>
                </a:extLst>
              </p14:cNvPr>
              <p14:cNvContentPartPr/>
              <p14:nvPr/>
            </p14:nvContentPartPr>
            <p14:xfrm>
              <a:off x="-1049040" y="3218256"/>
              <a:ext cx="360" cy="3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34B2D232-CEF5-419B-B1A5-8DBEA2B7E54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-1138680" y="3038256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362E2CCD-E783-4EB0-A449-D3A45EEDACA1}"/>
                  </a:ext>
                </a:extLst>
              </p14:cNvPr>
              <p14:cNvContentPartPr/>
              <p14:nvPr/>
            </p14:nvContentPartPr>
            <p14:xfrm>
              <a:off x="2047680" y="1023696"/>
              <a:ext cx="360" cy="3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362E2CCD-E783-4EB0-A449-D3A45EEDACA1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957680" y="843696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3A6B9D4B-B599-4E13-8CD4-9AE1EA05DD38}"/>
                  </a:ext>
                </a:extLst>
              </p14:cNvPr>
              <p14:cNvContentPartPr/>
              <p14:nvPr/>
            </p14:nvContentPartPr>
            <p14:xfrm>
              <a:off x="2084400" y="1023696"/>
              <a:ext cx="5040" cy="3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3A6B9D4B-B599-4E13-8CD4-9AE1EA05DD3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994760" y="843696"/>
                <a:ext cx="18468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915EBC98-2995-4202-8847-0A06CF184801}"/>
                  </a:ext>
                </a:extLst>
              </p14:cNvPr>
              <p14:cNvContentPartPr/>
              <p14:nvPr/>
            </p14:nvContentPartPr>
            <p14:xfrm>
              <a:off x="1987200" y="1011456"/>
              <a:ext cx="360" cy="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915EBC98-2995-4202-8847-0A06CF184801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897200" y="831816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45DA6E77-6091-41F4-942A-0F309A3D2009}"/>
                  </a:ext>
                </a:extLst>
              </p14:cNvPr>
              <p14:cNvContentPartPr/>
              <p14:nvPr/>
            </p14:nvContentPartPr>
            <p14:xfrm>
              <a:off x="-1855800" y="657936"/>
              <a:ext cx="27000" cy="2340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45DA6E77-6091-41F4-942A-0F309A3D2009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-1945800" y="477936"/>
                <a:ext cx="206640" cy="38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E3F3AD06-2FD6-4505-B7DB-A8FB3DED0B43}"/>
                  </a:ext>
                </a:extLst>
              </p14:cNvPr>
              <p14:cNvContentPartPr/>
              <p14:nvPr/>
            </p14:nvContentPartPr>
            <p14:xfrm>
              <a:off x="-268560" y="816336"/>
              <a:ext cx="5040" cy="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E3F3AD06-2FD6-4505-B7DB-A8FB3DED0B4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-358200" y="636336"/>
                <a:ext cx="18468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C9248AF4-5127-48C9-B6A2-758110871291}"/>
                  </a:ext>
                </a:extLst>
              </p14:cNvPr>
              <p14:cNvContentPartPr/>
              <p14:nvPr/>
            </p14:nvContentPartPr>
            <p14:xfrm>
              <a:off x="-2207160" y="1998936"/>
              <a:ext cx="360" cy="3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C9248AF4-5127-48C9-B6A2-758110871291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-2216160" y="1989936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37914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B37F9FA-3571-49C2-8811-B1159FCC0D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711" y="2025672"/>
            <a:ext cx="3194581" cy="319458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054" y="263810"/>
            <a:ext cx="8508528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FD5C4-FE5F-46D2-ABC9-49FA4BB844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 sz="2200" dirty="0"/>
              <a:t>Executive Summary</a:t>
            </a:r>
          </a:p>
          <a:p>
            <a:r>
              <a:rPr lang="en-US" sz="2200" dirty="0"/>
              <a:t>Introduction</a:t>
            </a:r>
          </a:p>
          <a:p>
            <a:r>
              <a:rPr lang="en-US" sz="2200" dirty="0"/>
              <a:t>Methodology</a:t>
            </a:r>
          </a:p>
          <a:p>
            <a:r>
              <a:rPr lang="en-US" sz="2200" dirty="0"/>
              <a:t>Results</a:t>
            </a:r>
          </a:p>
          <a:p>
            <a:pPr lvl="1"/>
            <a:r>
              <a:rPr lang="en-US" sz="1800" dirty="0"/>
              <a:t>Visualization – Charts</a:t>
            </a:r>
          </a:p>
          <a:p>
            <a:pPr lvl="1"/>
            <a:r>
              <a:rPr lang="en-US" sz="1800" dirty="0"/>
              <a:t>Dashboard</a:t>
            </a:r>
          </a:p>
          <a:p>
            <a:r>
              <a:rPr lang="en-US" sz="2200" dirty="0"/>
              <a:t>Discussion</a:t>
            </a:r>
          </a:p>
          <a:p>
            <a:pPr lvl="1"/>
            <a:r>
              <a:rPr lang="en-US" sz="1800" dirty="0"/>
              <a:t>Findings &amp; Implications</a:t>
            </a:r>
          </a:p>
          <a:p>
            <a:r>
              <a:rPr lang="en-US" sz="2200" dirty="0"/>
              <a:t>Conclusion</a:t>
            </a:r>
          </a:p>
          <a:p>
            <a:r>
              <a:rPr lang="en-US" sz="2200" dirty="0"/>
              <a:t>Appendix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A185CBD-ED91-4F24-BEB9-8E33AD8AC3B1}"/>
                  </a:ext>
                </a:extLst>
              </p14:cNvPr>
              <p14:cNvContentPartPr/>
              <p14:nvPr/>
            </p14:nvContentPartPr>
            <p14:xfrm>
              <a:off x="1889280" y="999312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A185CBD-ED91-4F24-BEB9-8E33AD8AC3B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799280" y="81931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32BD37A-4777-4658-98DC-561C88BBD6B5}"/>
                  </a:ext>
                </a:extLst>
              </p14:cNvPr>
              <p14:cNvContentPartPr/>
              <p14:nvPr/>
            </p14:nvContentPartPr>
            <p14:xfrm>
              <a:off x="2328120" y="962952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32BD37A-4777-4658-98DC-561C88BBD6B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38120" y="78331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D6F0DE4-0F5C-4DBC-980B-FA84561A37BD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D6F0DE4-0F5C-4DBC-980B-FA84561A37B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738160" y="74623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4F830F4-CC15-48E6-AB15-04ED683CA04A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240" cy="50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4F830F4-CC15-48E6-AB15-04ED683CA04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738160" y="746232"/>
                <a:ext cx="182880" cy="36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8EA1C91-5384-4260-8EC9-8379C643441C}"/>
                  </a:ext>
                </a:extLst>
              </p14:cNvPr>
              <p14:cNvContentPartPr/>
              <p14:nvPr/>
            </p14:nvContentPartPr>
            <p14:xfrm>
              <a:off x="-2109240" y="2669712"/>
              <a:ext cx="1980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8EA1C91-5384-4260-8EC9-8379C643441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-2199240" y="2489712"/>
                <a:ext cx="19944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7E9F6ED-ACEE-438F-A76C-C66263E59B33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7E9F6ED-ACEE-438F-A76C-C66263E59B3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76240" y="270931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EA56CB11-8AE3-4EA0-B556-BBB572803B07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EA56CB11-8AE3-4EA0-B556-BBB572803B0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76240" y="270931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8E27AEC-BDF9-49A4-A10A-6F5F64F01EEA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8E27AEC-BDF9-49A4-A10A-6F5F64F01EE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76240" y="270931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0D1CCCF-5EBB-4FB3-A293-78C28946220A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0D1CCCF-5EBB-4FB3-A293-78C28946220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76240" y="270931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EC3AB97-946C-4D62-AEB0-E11D486AFBF0}"/>
                  </a:ext>
                </a:extLst>
              </p14:cNvPr>
              <p14:cNvContentPartPr/>
              <p14:nvPr/>
            </p14:nvContentPartPr>
            <p14:xfrm>
              <a:off x="6680880" y="2877072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0EC3AB97-946C-4D62-AEB0-E11D486AFBF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591240" y="2697072"/>
                <a:ext cx="180000" cy="36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39210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536" y="369114"/>
            <a:ext cx="8565109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FD5C4-FE5F-46D2-ABC9-49FA4BB844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5075" y="1825624"/>
            <a:ext cx="7068725" cy="44654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u="sng" dirty="0" smtClean="0"/>
              <a:t>Current Technology Usage</a:t>
            </a:r>
            <a:r>
              <a:rPr lang="en-US" sz="1800" dirty="0" smtClean="0"/>
              <a:t>       </a:t>
            </a:r>
            <a:r>
              <a:rPr lang="en-US" sz="1800" u="sng" dirty="0" smtClean="0"/>
              <a:t>Demographics  </a:t>
            </a:r>
          </a:p>
          <a:p>
            <a:pPr marL="0" indent="0">
              <a:buNone/>
            </a:pPr>
            <a:r>
              <a:rPr lang="en-US" sz="1800" dirty="0" smtClean="0"/>
              <a:t>Language			     Gender</a:t>
            </a:r>
          </a:p>
          <a:p>
            <a:pPr marL="0" indent="0">
              <a:buNone/>
            </a:pPr>
            <a:r>
              <a:rPr lang="en-US" sz="1800" dirty="0" smtClean="0"/>
              <a:t>Database			     Country</a:t>
            </a:r>
          </a:p>
          <a:p>
            <a:pPr marL="0" indent="0">
              <a:buNone/>
            </a:pPr>
            <a:r>
              <a:rPr lang="en-US" sz="1800" dirty="0" smtClean="0"/>
              <a:t>Platform			     Age</a:t>
            </a:r>
          </a:p>
          <a:p>
            <a:pPr marL="0" indent="0">
              <a:buNone/>
            </a:pPr>
            <a:r>
              <a:rPr lang="en-US" sz="1800" dirty="0" smtClean="0"/>
              <a:t>Web frame			     Education Level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u="sng" dirty="0" smtClean="0"/>
              <a:t>Future Technology Trend</a:t>
            </a:r>
            <a:r>
              <a:rPr lang="en-US" sz="1800" dirty="0" smtClean="0"/>
              <a:t> </a:t>
            </a:r>
            <a:r>
              <a:rPr lang="en-US" sz="1800" u="sng" dirty="0" smtClean="0"/>
              <a:t>Implications of Findings.</a:t>
            </a:r>
          </a:p>
          <a:p>
            <a:pPr marL="0" indent="0">
              <a:buNone/>
            </a:pPr>
            <a:r>
              <a:rPr lang="en-US" sz="1800" dirty="0" smtClean="0"/>
              <a:t>Language</a:t>
            </a:r>
          </a:p>
          <a:p>
            <a:pPr marL="0" indent="0">
              <a:buNone/>
            </a:pPr>
            <a:r>
              <a:rPr lang="en-US" sz="1800" dirty="0" smtClean="0"/>
              <a:t>Database</a:t>
            </a:r>
          </a:p>
          <a:p>
            <a:pPr marL="0" indent="0">
              <a:buNone/>
            </a:pPr>
            <a:r>
              <a:rPr lang="en-US" sz="1800" dirty="0" smtClean="0"/>
              <a:t>Platform</a:t>
            </a:r>
          </a:p>
          <a:p>
            <a:pPr marL="0" indent="0">
              <a:buNone/>
            </a:pPr>
            <a:r>
              <a:rPr lang="en-US" sz="1800" dirty="0" smtClean="0"/>
              <a:t>Web frame</a:t>
            </a:r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078B9B-93A7-4517-9E78-2F5C028F22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494" y="2302762"/>
            <a:ext cx="3194581" cy="319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623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021" y="365125"/>
            <a:ext cx="7647865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INTRODUCTION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158731-59BB-48A2-A901-D7C35E91BA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347" y="2262036"/>
            <a:ext cx="3054361" cy="305436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C710A13-9821-054D-8648-FB592F1CDDDF}"/>
              </a:ext>
            </a:extLst>
          </p:cNvPr>
          <p:cNvSpPr txBox="1">
            <a:spLocks/>
          </p:cNvSpPr>
          <p:nvPr/>
        </p:nvSpPr>
        <p:spPr>
          <a:xfrm>
            <a:off x="4244819" y="1457932"/>
            <a:ext cx="706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u="sng" dirty="0" smtClean="0"/>
              <a:t>Aim:</a:t>
            </a:r>
          </a:p>
          <a:p>
            <a:pPr marL="0" indent="0">
              <a:buNone/>
            </a:pPr>
            <a:r>
              <a:rPr lang="en-US" sz="1600" dirty="0" smtClean="0"/>
              <a:t>Analyzing the trends in software and web development around the world.</a:t>
            </a:r>
          </a:p>
          <a:p>
            <a:pPr marL="0" indent="0">
              <a:buNone/>
            </a:pPr>
            <a:r>
              <a:rPr lang="en-US" sz="1600" u="sng" dirty="0" smtClean="0"/>
              <a:t>Purpose: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 smtClean="0"/>
              <a:t>Identify the top programming languages, database, platform and web frame skills in demand.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 smtClean="0"/>
              <a:t>Industry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 smtClean="0"/>
          </a:p>
          <a:p>
            <a:pPr marL="342900" indent="-342900">
              <a:buFont typeface="+mj-lt"/>
              <a:buAutoNum type="arabicPeriod"/>
            </a:pPr>
            <a:r>
              <a:rPr lang="en-US" sz="1600" dirty="0" smtClean="0"/>
              <a:t>Understanding industry demographics.</a:t>
            </a:r>
          </a:p>
          <a:p>
            <a:pPr marL="0" indent="0">
              <a:buNone/>
            </a:pPr>
            <a:r>
              <a:rPr lang="en-US" sz="1600" u="sng" dirty="0" smtClean="0"/>
              <a:t>Audience:</a:t>
            </a:r>
          </a:p>
          <a:p>
            <a:pPr marL="0" indent="0">
              <a:buNone/>
            </a:pPr>
            <a:r>
              <a:rPr lang="en-US" sz="1600" dirty="0" smtClean="0"/>
              <a:t>Industry leaders</a:t>
            </a:r>
          </a:p>
          <a:p>
            <a:pPr marL="0" indent="0">
              <a:buNone/>
            </a:pPr>
            <a:r>
              <a:rPr lang="en-US" sz="1600" dirty="0" smtClean="0"/>
              <a:t>Human Resources</a:t>
            </a:r>
          </a:p>
          <a:p>
            <a:pPr marL="0" indent="0">
              <a:buNone/>
            </a:pPr>
            <a:r>
              <a:rPr lang="en-US" sz="1600" dirty="0" smtClean="0"/>
              <a:t>Developers</a:t>
            </a:r>
          </a:p>
          <a:p>
            <a:pPr marL="0" indent="0">
              <a:buNone/>
            </a:pPr>
            <a:r>
              <a:rPr lang="en-US" sz="1600" dirty="0" smtClean="0"/>
              <a:t>IT Aspirants</a:t>
            </a:r>
          </a:p>
          <a:p>
            <a:pPr marL="0" indent="0">
              <a:buNone/>
            </a:pPr>
            <a:endParaRPr lang="en-US" sz="1800" dirty="0" smtClean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710623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053" y="376642"/>
            <a:ext cx="7230723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FD5C4-FE5F-46D2-ABC9-49FA4BB844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5075" y="1825625"/>
            <a:ext cx="706872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dirty="0" smtClean="0"/>
              <a:t>Data Sources (Data Collection through API &amp; web scrapping)</a:t>
            </a:r>
          </a:p>
          <a:p>
            <a:r>
              <a:rPr lang="en-US" sz="1500" dirty="0" smtClean="0"/>
              <a:t>Stack overflow developer 2019 survey</a:t>
            </a:r>
          </a:p>
          <a:p>
            <a:r>
              <a:rPr lang="en-US" sz="1500" dirty="0" err="1" smtClean="0"/>
              <a:t>Github</a:t>
            </a:r>
            <a:r>
              <a:rPr lang="en-US" sz="1500" dirty="0" smtClean="0"/>
              <a:t> job postings</a:t>
            </a:r>
          </a:p>
          <a:p>
            <a:r>
              <a:rPr lang="en-US" sz="1500" dirty="0" smtClean="0"/>
              <a:t>Programming languages annual salary</a:t>
            </a:r>
          </a:p>
          <a:p>
            <a:pPr marL="0" indent="0">
              <a:buNone/>
            </a:pPr>
            <a:endParaRPr lang="en-US" sz="1500" dirty="0" smtClean="0"/>
          </a:p>
          <a:p>
            <a:pPr marL="0" indent="0">
              <a:buNone/>
            </a:pPr>
            <a:r>
              <a:rPr lang="en-US" sz="1500" dirty="0" smtClean="0"/>
              <a:t>Data Wrangling</a:t>
            </a:r>
          </a:p>
          <a:p>
            <a:pPr marL="0" indent="0">
              <a:buNone/>
            </a:pPr>
            <a:r>
              <a:rPr lang="en-US" sz="1500" dirty="0" smtClean="0"/>
              <a:t>Exploratory Data Analysis</a:t>
            </a:r>
          </a:p>
          <a:p>
            <a:pPr marL="0" indent="0">
              <a:buNone/>
            </a:pPr>
            <a:r>
              <a:rPr lang="en-US" sz="1500" dirty="0" smtClean="0"/>
              <a:t>Data Visualization (IBM </a:t>
            </a:r>
            <a:r>
              <a:rPr lang="en-US" sz="1500" dirty="0" err="1" smtClean="0"/>
              <a:t>Cognos</a:t>
            </a:r>
            <a:r>
              <a:rPr lang="en-US" sz="1500" dirty="0" smtClean="0"/>
              <a:t> Dashboard)</a:t>
            </a:r>
          </a:p>
          <a:p>
            <a:pPr marL="0" indent="0">
              <a:buNone/>
            </a:pPr>
            <a:r>
              <a:rPr lang="en-US" sz="1500" dirty="0" smtClean="0"/>
              <a:t>Presentation</a:t>
            </a:r>
            <a:endParaRPr lang="en-US" sz="15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AE176B-DE78-4B75-AC9E-2A422E82D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655" y="1831709"/>
            <a:ext cx="3194581" cy="319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859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FD5C4-FE5F-46D2-ABC9-49FA4BB844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43114" y="1825625"/>
            <a:ext cx="706872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571" y="1690687"/>
            <a:ext cx="10058400" cy="3779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666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3525F-7CB4-4C06-B037-C81D2DED9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LANGUAGE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C0D20-FACF-4D73-BD27-CF8F6B9754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29452" y="1632672"/>
            <a:ext cx="2228642" cy="50193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Current </a:t>
            </a:r>
            <a:r>
              <a:rPr lang="en-US" dirty="0" smtClean="0"/>
              <a:t>Year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A6A89D-097D-4968-A07A-39A5B4F78A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42859" y="1604731"/>
            <a:ext cx="1758142" cy="50193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Next Year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13C2F43-A283-4FD4-9C0D-BFF93C50AC01}"/>
              </a:ext>
            </a:extLst>
          </p:cNvPr>
          <p:cNvSpPr txBox="1">
            <a:spLocks/>
          </p:cNvSpPr>
          <p:nvPr/>
        </p:nvSpPr>
        <p:spPr>
          <a:xfrm>
            <a:off x="838199" y="2506661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2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E706D50-7D14-4DB8-BE17-5497AA1715EE}"/>
              </a:ext>
            </a:extLst>
          </p:cNvPr>
          <p:cNvSpPr txBox="1">
            <a:spLocks/>
          </p:cNvSpPr>
          <p:nvPr/>
        </p:nvSpPr>
        <p:spPr>
          <a:xfrm>
            <a:off x="6172200" y="2506661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2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193" y="2076594"/>
            <a:ext cx="5229955" cy="348829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4400" y="2144938"/>
            <a:ext cx="5163271" cy="341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259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3525F-7CB4-4C06-B037-C81D2DED9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PROGRAMMING LANGUAGE TRENDS -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C0D20-FACF-4D73-BD27-CF8F6B9754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u="sng" dirty="0"/>
              <a:t>Findings</a:t>
            </a:r>
          </a:p>
          <a:p>
            <a:pPr marL="0" indent="0">
              <a:buNone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 smtClean="0"/>
              <a:t>JavaScript, HTML/CSS &amp; SQL are top 3 languages this year.</a:t>
            </a:r>
            <a:endParaRPr lang="en-US" sz="1800" dirty="0"/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 smtClean="0"/>
              <a:t>Python and Typescript are gaining popularity.</a:t>
            </a:r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 smtClean="0"/>
              <a:t>Bash/Shell/Power Shell are becoming less popular.</a:t>
            </a:r>
            <a:endParaRPr lang="en-US" sz="1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A6A89D-097D-4968-A07A-39A5B4F78A6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u="sng" dirty="0"/>
              <a:t>Implications</a:t>
            </a:r>
          </a:p>
          <a:p>
            <a:pPr marL="0" indent="0">
              <a:buNone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 smtClean="0"/>
              <a:t>JavaScript and HTML/CSS are in high demand.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 smtClean="0"/>
              <a:t>Python is new trending language.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 smtClean="0"/>
              <a:t>SQL retains its popularity in field of Big Data.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545569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3525F-7CB4-4C06-B037-C81D2DED9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584" y="428768"/>
            <a:ext cx="10515600" cy="1325563"/>
          </a:xfrm>
        </p:spPr>
        <p:txBody>
          <a:bodyPr/>
          <a:lstStyle/>
          <a:p>
            <a:r>
              <a:rPr lang="en-US" dirty="0"/>
              <a:t>DATABASE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C0D20-FACF-4D73-BD27-CF8F6B9754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56587" y="1555345"/>
            <a:ext cx="2228642" cy="50193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Current Year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A6A89D-097D-4968-A07A-39A5B4F78A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00603" y="1555344"/>
            <a:ext cx="1758142" cy="50193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Next Year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13C2F43-A283-4FD4-9C0D-BFF93C50AC01}"/>
              </a:ext>
            </a:extLst>
          </p:cNvPr>
          <p:cNvSpPr txBox="1">
            <a:spLocks/>
          </p:cNvSpPr>
          <p:nvPr/>
        </p:nvSpPr>
        <p:spPr>
          <a:xfrm>
            <a:off x="838199" y="2506661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2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E706D50-7D14-4DB8-BE17-5497AA1715EE}"/>
              </a:ext>
            </a:extLst>
          </p:cNvPr>
          <p:cNvSpPr txBox="1">
            <a:spLocks/>
          </p:cNvSpPr>
          <p:nvPr/>
        </p:nvSpPr>
        <p:spPr>
          <a:xfrm>
            <a:off x="6172200" y="2506661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2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063" y="2109845"/>
            <a:ext cx="4953691" cy="369621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3148" y="2151147"/>
            <a:ext cx="5601482" cy="371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638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3525F-7CB4-4C06-B037-C81D2DED9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DATABASE TRENDS -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C0D20-FACF-4D73-BD27-CF8F6B9754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u="sng" dirty="0"/>
              <a:t>Findings</a:t>
            </a:r>
          </a:p>
          <a:p>
            <a:pPr marL="0" indent="0">
              <a:buNone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 smtClean="0"/>
              <a:t>MYSQL most popular.</a:t>
            </a:r>
            <a:endParaRPr lang="en-US" sz="1600" dirty="0"/>
          </a:p>
          <a:p>
            <a:pPr marL="342900" indent="-342900">
              <a:buFont typeface="+mj-lt"/>
              <a:buAutoNum type="arabicPeriod"/>
            </a:pPr>
            <a:endParaRPr lang="en-US" sz="1600" dirty="0" smtClean="0"/>
          </a:p>
          <a:p>
            <a:pPr marL="342900" indent="-342900">
              <a:buFont typeface="+mj-lt"/>
              <a:buAutoNum type="arabicPeriod"/>
            </a:pPr>
            <a:r>
              <a:rPr lang="en-US" sz="1600" dirty="0" smtClean="0"/>
              <a:t>MongoDB and </a:t>
            </a:r>
            <a:r>
              <a:rPr lang="en-US" sz="1600" dirty="0" err="1" smtClean="0"/>
              <a:t>Redis</a:t>
            </a:r>
            <a:r>
              <a:rPr lang="en-US" sz="1600" dirty="0" smtClean="0"/>
              <a:t> are</a:t>
            </a:r>
            <a:r>
              <a:rPr lang="en-US" sz="1600" dirty="0"/>
              <a:t> </a:t>
            </a:r>
            <a:r>
              <a:rPr lang="en-US" sz="1600" dirty="0" smtClean="0"/>
              <a:t>gaining popularity.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 smtClean="0"/>
          </a:p>
          <a:p>
            <a:pPr marL="342900" indent="-342900">
              <a:buFont typeface="+mj-lt"/>
              <a:buAutoNum type="arabicPeriod"/>
            </a:pPr>
            <a:r>
              <a:rPr lang="en-US" sz="1600" dirty="0" err="1" smtClean="0"/>
              <a:t>Elasticsearch</a:t>
            </a:r>
            <a:r>
              <a:rPr lang="en-US" sz="1600" dirty="0" smtClean="0"/>
              <a:t> is upcoming favorite</a:t>
            </a:r>
            <a:r>
              <a:rPr lang="en-US" sz="1600" dirty="0" smtClean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 smtClean="0"/>
          </a:p>
          <a:p>
            <a:pPr marL="342900" indent="-342900">
              <a:buFont typeface="+mj-lt"/>
              <a:buAutoNum type="arabicPeriod"/>
            </a:pPr>
            <a:r>
              <a:rPr lang="en-US" sz="1600" dirty="0" err="1" smtClean="0"/>
              <a:t>Sqlite</a:t>
            </a:r>
            <a:r>
              <a:rPr lang="en-US" sz="1600" dirty="0" smtClean="0"/>
              <a:t> losing popularity.</a:t>
            </a:r>
            <a:endParaRPr lang="en-US" sz="16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A6A89D-097D-4968-A07A-39A5B4F78A6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u="sng" dirty="0"/>
              <a:t>Implications</a:t>
            </a:r>
          </a:p>
          <a:p>
            <a:pPr marL="0" indent="0">
              <a:buNone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 smtClean="0"/>
              <a:t>Open-source databases are still preferable in companies.</a:t>
            </a:r>
            <a:endParaRPr lang="en-US" sz="1600" dirty="0"/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 smtClean="0"/>
              <a:t>NoSQL databases are gaining popularity.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 err="1" smtClean="0"/>
              <a:t>Elasticsearch</a:t>
            </a:r>
            <a:r>
              <a:rPr lang="en-US" sz="1600" dirty="0" smtClean="0"/>
              <a:t> is a document oriented database predicted to become a favorite. 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659604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FD5C4-FE5F-46D2-ABC9-49FA4BB844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5075" y="3142210"/>
            <a:ext cx="7068725" cy="25692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https://dataplatform.cloud.ibm.com/dashboards/1a25e0b3-1635-444b-b9c2-4e529f2fb080/view/797be726339f14ff69b3c8e407c87a037f32775db5bb8550838d7b4908352497a93b42c3c87b4f0edd175030f5ec445a9a</a:t>
            </a:r>
            <a:endParaRPr lang="en-US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F6C466-B847-478E-ADAD-F2B14AA506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75" y="1901819"/>
            <a:ext cx="3054361" cy="305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1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 smtClean="0"/>
              <a:t>Current Technology Usage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FCC0E64-0E5B-4BA1-BC72-30FA1DE96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33240"/>
            <a:ext cx="10058400" cy="4866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853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 smtClean="0"/>
              <a:t>Future Technology Trends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FCC0E64-0E5B-4BA1-BC72-30FA1DE96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44" y="1329947"/>
            <a:ext cx="10058400" cy="4835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127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pPr algn="ctr"/>
            <a:r>
              <a:rPr lang="en-US" dirty="0" smtClean="0"/>
              <a:t>Demographics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FCC0E64-0E5B-4BA1-BC72-30FA1DE96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13089"/>
            <a:ext cx="10058400" cy="4906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973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DISCUSSION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22E5FA6B-CA5C-4FB5-AAB3-8260D2EF86C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253331" y="1825625"/>
            <a:ext cx="4351338" cy="4351338"/>
          </a:xfrm>
          <a:prstGeom prst="rect">
            <a:avLst/>
          </a:prstGeom>
          <a:noFill/>
        </p:spPr>
      </p:pic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28684E62-A9F8-4E7A-AB01-78893062A1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9033" y="1825625"/>
            <a:ext cx="5584767" cy="4351338"/>
          </a:xfrm>
        </p:spPr>
        <p:txBody>
          <a:bodyPr>
            <a:normAutofit/>
          </a:bodyPr>
          <a:lstStyle/>
          <a:p>
            <a:endParaRPr lang="en-US" sz="2400" dirty="0" smtClean="0"/>
          </a:p>
          <a:p>
            <a:r>
              <a:rPr lang="en-US" sz="2400" dirty="0" smtClean="0"/>
              <a:t>Technology Trends at present and in future.</a:t>
            </a:r>
          </a:p>
          <a:p>
            <a:endParaRPr lang="en-US" sz="2400" dirty="0"/>
          </a:p>
          <a:p>
            <a:endParaRPr lang="en-US" sz="2400" dirty="0" smtClean="0"/>
          </a:p>
          <a:p>
            <a:endParaRPr lang="en-US" sz="2400" dirty="0"/>
          </a:p>
          <a:p>
            <a:r>
              <a:rPr lang="en-US" sz="2400" dirty="0" smtClean="0"/>
              <a:t>Low female participation in workforce.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61130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3525F-7CB4-4C06-B037-C81D2DED9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C0D20-FACF-4D73-BD27-CF8F6B9754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u="sng" dirty="0"/>
              <a:t>Findings</a:t>
            </a:r>
          </a:p>
          <a:p>
            <a:pPr marL="0" indent="0">
              <a:buNone/>
            </a:pPr>
            <a:endParaRPr lang="en-US" sz="1600" dirty="0"/>
          </a:p>
          <a:p>
            <a:r>
              <a:rPr lang="en-US" sz="1600" dirty="0" smtClean="0"/>
              <a:t>Changing technological trends.</a:t>
            </a:r>
            <a:endParaRPr lang="en-US" sz="1600" dirty="0"/>
          </a:p>
          <a:p>
            <a:endParaRPr lang="en-US" sz="1600" dirty="0" smtClean="0"/>
          </a:p>
          <a:p>
            <a:r>
              <a:rPr lang="en-US" sz="1600" dirty="0" smtClean="0"/>
              <a:t>Concentration of jobs in a few countries like USA and India.</a:t>
            </a:r>
          </a:p>
          <a:p>
            <a:endParaRPr lang="en-US" sz="1600" dirty="0" smtClean="0"/>
          </a:p>
          <a:p>
            <a:r>
              <a:rPr lang="en-US" sz="1600" dirty="0" smtClean="0"/>
              <a:t>Gender gap in the workforce.</a:t>
            </a:r>
          </a:p>
          <a:p>
            <a:endParaRPr lang="en-US" sz="1600" dirty="0" smtClean="0"/>
          </a:p>
          <a:p>
            <a:r>
              <a:rPr lang="en-US" sz="1600" dirty="0" smtClean="0"/>
              <a:t>Platforms like Docker and AWS are growing</a:t>
            </a:r>
            <a:endParaRPr lang="en-US" sz="16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A6A89D-097D-4968-A07A-39A5B4F78A6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u="sng" dirty="0"/>
              <a:t>Implications</a:t>
            </a:r>
          </a:p>
          <a:p>
            <a:pPr marL="0" indent="0">
              <a:buNone/>
            </a:pPr>
            <a:endParaRPr lang="en-US" sz="1600" dirty="0"/>
          </a:p>
          <a:p>
            <a:r>
              <a:rPr lang="en-US" sz="1600" dirty="0" smtClean="0"/>
              <a:t>Companies need to be flexible and adjust to rapid changes</a:t>
            </a:r>
            <a:endParaRPr lang="en-US" sz="1600" dirty="0"/>
          </a:p>
          <a:p>
            <a:endParaRPr lang="en-US" sz="1600" dirty="0" smtClean="0"/>
          </a:p>
          <a:p>
            <a:r>
              <a:rPr lang="en-US" sz="1600" dirty="0" smtClean="0"/>
              <a:t>Need to spread technology out to lagging countries</a:t>
            </a:r>
            <a:endParaRPr lang="en-US" sz="1600" dirty="0"/>
          </a:p>
          <a:p>
            <a:endParaRPr lang="en-US" sz="1600" dirty="0" smtClean="0"/>
          </a:p>
          <a:p>
            <a:r>
              <a:rPr lang="en-US" sz="1600" dirty="0" smtClean="0"/>
              <a:t>Policies to increase female participation.</a:t>
            </a:r>
          </a:p>
          <a:p>
            <a:endParaRPr lang="en-US" sz="1600" dirty="0" smtClean="0"/>
          </a:p>
          <a:p>
            <a:r>
              <a:rPr lang="en-US" sz="1600" dirty="0" smtClean="0"/>
              <a:t>Demand for talent in upcoming technologies. 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647271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28684E62-A9F8-4E7A-AB01-78893062A1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44291" y="1825625"/>
            <a:ext cx="6809509" cy="4351338"/>
          </a:xfrm>
        </p:spPr>
        <p:txBody>
          <a:bodyPr>
            <a:normAutofit/>
          </a:bodyPr>
          <a:lstStyle/>
          <a:p>
            <a:endParaRPr lang="en-US" sz="1800" dirty="0" smtClean="0"/>
          </a:p>
          <a:p>
            <a:r>
              <a:rPr lang="en-US" sz="1800" dirty="0" smtClean="0"/>
              <a:t>Technology Trends for current and next year.</a:t>
            </a:r>
            <a:endParaRPr lang="en-US" sz="1800" dirty="0"/>
          </a:p>
          <a:p>
            <a:endParaRPr lang="en-US" sz="1800" dirty="0" smtClean="0"/>
          </a:p>
          <a:p>
            <a:r>
              <a:rPr lang="en-US" sz="1800" dirty="0" smtClean="0"/>
              <a:t>Programming Languages, Database and Platform overview.</a:t>
            </a:r>
            <a:endParaRPr lang="en-US" sz="1800" dirty="0"/>
          </a:p>
          <a:p>
            <a:endParaRPr lang="en-US" sz="1800" dirty="0" smtClean="0"/>
          </a:p>
          <a:p>
            <a:r>
              <a:rPr lang="en-US" sz="1800" dirty="0" smtClean="0"/>
              <a:t>Demographics overview.</a:t>
            </a:r>
            <a:endParaRPr lang="en-US" sz="1800" dirty="0"/>
          </a:p>
          <a:p>
            <a:endParaRPr lang="en-US" sz="1800" dirty="0" smtClean="0"/>
          </a:p>
          <a:p>
            <a:r>
              <a:rPr lang="en-US" sz="1800" dirty="0" smtClean="0"/>
              <a:t>Actions to be taken.</a:t>
            </a:r>
            <a:endParaRPr lang="en-US" sz="18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E013141-2139-434F-83AB-CF1C80A7AC4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25967" y="2113896"/>
            <a:ext cx="3054361" cy="305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123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APPENDIX</a:t>
            </a: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5956" y="1986475"/>
            <a:ext cx="4486901" cy="4029637"/>
          </a:xfrm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5D63823-FC2E-4AC2-93D5-3C2B6F31543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055857" y="1849823"/>
            <a:ext cx="3194581" cy="319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008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248" y="383051"/>
            <a:ext cx="7973985" cy="1325563"/>
          </a:xfrm>
        </p:spPr>
        <p:txBody>
          <a:bodyPr anchor="ctr">
            <a:normAutofit/>
          </a:bodyPr>
          <a:lstStyle/>
          <a:p>
            <a:pPr algn="ctr"/>
            <a:r>
              <a:rPr lang="en-US" dirty="0"/>
              <a:t>GITHUB JOB POSTINGS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248" y="1575610"/>
            <a:ext cx="8880321" cy="4222865"/>
          </a:xfrm>
        </p:spPr>
      </p:pic>
    </p:spTree>
    <p:extLst>
      <p:ext uri="{BB962C8B-B14F-4D97-AF65-F5344CB8AC3E}">
        <p14:creationId xmlns:p14="http://schemas.microsoft.com/office/powerpoint/2010/main" val="3078551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248" y="383051"/>
            <a:ext cx="5929053" cy="1325563"/>
          </a:xfrm>
        </p:spPr>
        <p:txBody>
          <a:bodyPr anchor="ctr">
            <a:normAutofit/>
          </a:bodyPr>
          <a:lstStyle/>
          <a:p>
            <a:pPr algn="ctr"/>
            <a:r>
              <a:rPr lang="en-US" dirty="0"/>
              <a:t>POPULAR LANGUAGES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924" y="1592235"/>
            <a:ext cx="8722450" cy="4291583"/>
          </a:xfrm>
        </p:spPr>
      </p:pic>
    </p:spTree>
    <p:extLst>
      <p:ext uri="{BB962C8B-B14F-4D97-AF65-F5344CB8AC3E}">
        <p14:creationId xmlns:p14="http://schemas.microsoft.com/office/powerpoint/2010/main" val="1817399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LIDE_TEMPLATE_skill_network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IBM Plex Sans SemiBold"/>
        <a:ea typeface=""/>
        <a:cs typeface=""/>
      </a:majorFont>
      <a:minorFont>
        <a:latin typeface="IBM Plex Sans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BM final PPT template.pptx" id="{F28CB670-EDE3-4FD8-A231-7FA031A67C03}" vid="{06644C38-457B-4174-9AD6-1A9A0DF3941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D86F56755A646AC8AFCBCBD967F21" ma:contentTypeVersion="11" ma:contentTypeDescription="Create a new document." ma:contentTypeScope="" ma:versionID="4bc1015ece1c23b1ef2f55a62f11494f">
  <xsd:schema xmlns:xsd="http://www.w3.org/2001/XMLSchema" xmlns:xs="http://www.w3.org/2001/XMLSchema" xmlns:p="http://schemas.microsoft.com/office/2006/metadata/properties" xmlns:ns2="155be751-a274-42e8-93fb-f39d3b9bccc8" xmlns:ns3="f80a141d-92ca-4d3d-9308-f7e7b1d44ce8" targetNamespace="http://schemas.microsoft.com/office/2006/metadata/properties" ma:root="true" ma:fieldsID="efbf6837a43ed91190e40f849f23a130" ns2:_="" ns3:_="">
    <xsd:import namespace="155be751-a274-42e8-93fb-f39d3b9bccc8"/>
    <xsd:import namespace="f80a141d-92ca-4d3d-9308-f7e7b1d44c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be751-a274-42e8-93fb-f39d3b9bcc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a141d-92ca-4d3d-9308-f7e7b1d44ce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EFDA260-DDA0-422C-B7AE-778F653FBB3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87AE8FE-83F0-42D0-BB5E-14AD3FB1DE1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55be751-a274-42e8-93fb-f39d3b9bccc8"/>
    <ds:schemaRef ds:uri="f80a141d-92ca-4d3d-9308-f7e7b1d44ce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4DA07C5-A406-4A0D-B3E6-3856C94AC7F3}">
  <ds:schemaRefs>
    <ds:schemaRef ds:uri="http://purl.org/dc/dcmitype/"/>
    <ds:schemaRef ds:uri="http://www.w3.org/XML/1998/namespace"/>
    <ds:schemaRef ds:uri="http://purl.org/dc/elements/1.1/"/>
    <ds:schemaRef ds:uri="http://schemas.microsoft.com/office/2006/documentManagement/types"/>
    <ds:schemaRef ds:uri="f80a141d-92ca-4d3d-9308-f7e7b1d44ce8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155be751-a274-42e8-93fb-f39d3b9bccc8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608</TotalTime>
  <Words>405</Words>
  <Application>Microsoft Office PowerPoint</Application>
  <PresentationFormat>Widescreen</PresentationFormat>
  <Paragraphs>139</Paragraphs>
  <Slides>20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Helv</vt:lpstr>
      <vt:lpstr>IBM Plex Mono SemiBold</vt:lpstr>
      <vt:lpstr>IBM Plex Mono Text</vt:lpstr>
      <vt:lpstr>SLIDE_TEMPLATE_skill_network</vt:lpstr>
      <vt:lpstr>Technology Trends Analysis</vt:lpstr>
      <vt:lpstr>OUTLINE</vt:lpstr>
      <vt:lpstr>EXECUTIVE SUMMARY</vt:lpstr>
      <vt:lpstr>INTRODUCTION</vt:lpstr>
      <vt:lpstr>METHODOLOGY</vt:lpstr>
      <vt:lpstr>RESULTS</vt:lpstr>
      <vt:lpstr>PROGRAMMING LANGUAGE TRENDS</vt:lpstr>
      <vt:lpstr>PROGRAMMING LANGUAGE TRENDS - FINDINGS &amp; IMPLICATIONS</vt:lpstr>
      <vt:lpstr>DATABASE TRENDS</vt:lpstr>
      <vt:lpstr>DATABASE TRENDS - FINDINGS &amp; IMPLICATIONS</vt:lpstr>
      <vt:lpstr>DASHBOARD</vt:lpstr>
      <vt:lpstr>Current Technology Usage</vt:lpstr>
      <vt:lpstr>Future Technology Trends</vt:lpstr>
      <vt:lpstr>Demographics</vt:lpstr>
      <vt:lpstr>DISCUSSION</vt:lpstr>
      <vt:lpstr>OVERALL FINDINGS &amp; IMPLICATIONS</vt:lpstr>
      <vt:lpstr>CONCLUSION</vt:lpstr>
      <vt:lpstr>APPENDIX</vt:lpstr>
      <vt:lpstr>GITHUB JOB POSTINGS</vt:lpstr>
      <vt:lpstr>POPULAR LANGUAGES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TRENDS</dc:title>
  <dc:creator>Steve Hord</dc:creator>
  <cp:lastModifiedBy>Enrique Villa</cp:lastModifiedBy>
  <cp:revision>38</cp:revision>
  <dcterms:created xsi:type="dcterms:W3CDTF">2020-10-28T18:29:43Z</dcterms:created>
  <dcterms:modified xsi:type="dcterms:W3CDTF">2022-01-30T06:29:06Z</dcterms:modified>
</cp:coreProperties>
</file>